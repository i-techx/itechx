
<file path=[Content_Types].xml><?xml version="1.0" encoding="utf-8"?>
<Types xmlns="http://schemas.openxmlformats.org/package/2006/content-types">
  <Default Extension="png" ContentType="image/png"/>
  <Default Extension="mp3" ContentType="audio/mpe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2"/>
  </p:sldMasterIdLst>
  <p:notesMasterIdLst>
    <p:notesMasterId r:id="rId35"/>
  </p:notesMasterIdLst>
  <p:sldIdLst>
    <p:sldId id="427" r:id="rId3"/>
    <p:sldId id="564" r:id="rId4"/>
    <p:sldId id="429" r:id="rId5"/>
    <p:sldId id="584" r:id="rId6"/>
    <p:sldId id="816" r:id="rId7"/>
    <p:sldId id="815" r:id="rId8"/>
    <p:sldId id="872" r:id="rId9"/>
    <p:sldId id="880" r:id="rId10"/>
    <p:sldId id="878" r:id="rId11"/>
    <p:sldId id="881" r:id="rId12"/>
    <p:sldId id="882" r:id="rId13"/>
    <p:sldId id="879" r:id="rId14"/>
    <p:sldId id="883" r:id="rId15"/>
    <p:sldId id="567" r:id="rId16"/>
    <p:sldId id="829" r:id="rId17"/>
    <p:sldId id="837" r:id="rId18"/>
    <p:sldId id="831" r:id="rId19"/>
    <p:sldId id="832" r:id="rId20"/>
    <p:sldId id="833" r:id="rId21"/>
    <p:sldId id="834" r:id="rId22"/>
    <p:sldId id="839" r:id="rId23"/>
    <p:sldId id="877" r:id="rId24"/>
    <p:sldId id="849" r:id="rId25"/>
    <p:sldId id="840" r:id="rId26"/>
    <p:sldId id="841" r:id="rId27"/>
    <p:sldId id="842" r:id="rId28"/>
    <p:sldId id="843" r:id="rId29"/>
    <p:sldId id="847" r:id="rId30"/>
    <p:sldId id="844" r:id="rId31"/>
    <p:sldId id="848" r:id="rId32"/>
    <p:sldId id="618" r:id="rId33"/>
    <p:sldId id="580" r:id="rId34"/>
  </p:sldIdLst>
  <p:sldSz cx="9144000" cy="6858000" type="screen4x3"/>
  <p:notesSz cx="6858000" cy="9144000"/>
  <p:custDataLst>
    <p:tags r:id="rId36"/>
  </p:custDataLst>
  <p:defaultTextStyle>
    <a:defPPr>
      <a:defRPr lang="zh-CN"/>
    </a:defPPr>
    <a:lvl1pPr marL="0" lvl="0" indent="0" algn="l" defTabSz="914400" rtl="0" eaLnBrk="1" fontAlgn="base" latinLnBrk="0" hangingPunct="1">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59" userDrawn="1">
          <p15:clr>
            <a:srgbClr val="A4A3A4"/>
          </p15:clr>
        </p15:guide>
        <p15:guide id="2" pos="2835"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00"/>
    <a:srgbClr val="ED1D58"/>
    <a:srgbClr val="FFCC99"/>
    <a:srgbClr val="FF9933"/>
    <a:srgbClr val="660066"/>
    <a:srgbClr val="A50021"/>
    <a:srgbClr val="CC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525"/>
  </p:normalViewPr>
  <p:slideViewPr>
    <p:cSldViewPr showGuides="1">
      <p:cViewPr varScale="1">
        <p:scale>
          <a:sx n="109" d="100"/>
          <a:sy n="109" d="100"/>
        </p:scale>
        <p:origin x="1674" y="96"/>
      </p:cViewPr>
      <p:guideLst>
        <p:guide orient="horz" pos="2159"/>
        <p:guide pos="2835"/>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theme" Target="theme/theme1.xml"/><Relationship Id="rId21" Type="http://schemas.openxmlformats.org/officeDocument/2006/relationships/slide" Target="slides/slide19.xml"/><Relationship Id="rId34" Type="http://schemas.openxmlformats.org/officeDocument/2006/relationships/slide" Target="slides/slide32.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tags" Target="tags/tag1.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notesMaster" Target="notesMasters/notesMaster1.xml"/><Relationship Id="rId8" Type="http://schemas.openxmlformats.org/officeDocument/2006/relationships/slide" Target="slides/slide6.xml"/><Relationship Id="rId3" Type="http://schemas.openxmlformats.org/officeDocument/2006/relationships/slide" Target="slides/slid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eaLnBrk="1" hangingPunct="1">
              <a:buFont typeface="Arial" panose="020B0604020202020204" pitchFamily="34" charset="0"/>
              <a:buNone/>
              <a:defRPr sz="1200"/>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chemeClr val="tx1"/>
              </a:solidFill>
              <a:effectLst/>
              <a:uLnTx/>
              <a:uFillTx/>
              <a:latin typeface="Calibri" panose="020F0502020204030204" pitchFamily="34" charset="0"/>
              <a:ea typeface="宋体" panose="02010600030101010101" pitchFamily="2" charset="-122"/>
              <a:cs typeface="+mn-cs"/>
            </a:endParaRPr>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eaLnBrk="1" hangingPunct="1">
              <a:buFont typeface="Arial" panose="020B0604020202020204" pitchFamily="34" charset="0"/>
              <a:buNone/>
              <a:defRPr sz="1200"/>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chemeClr val="tx1"/>
              </a:solidFill>
              <a:effectLst/>
              <a:uLnTx/>
              <a:uFillTx/>
              <a:latin typeface="Calibri" panose="020F0502020204030204" pitchFamily="34" charset="0"/>
              <a:ea typeface="宋体" panose="02010600030101010101" pitchFamily="2" charset="-122"/>
              <a:cs typeface="+mn-cs"/>
            </a:endParaRPr>
          </a:p>
        </p:txBody>
      </p:sp>
      <p:sp>
        <p:nvSpPr>
          <p:cNvPr id="4" name="幻灯片图像占位符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marL="0" marR="0" lvl="0" indent="0" algn="l" defTabSz="914400" rtl="0" eaLnBrk="0" fontAlgn="base" latinLnBrk="0" hangingPunct="0">
              <a:lnSpc>
                <a:spcPct val="100000"/>
              </a:lnSpc>
              <a:spcBef>
                <a:spcPct val="3000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mn-lt"/>
              <a:ea typeface="+mn-ea"/>
              <a:cs typeface="+mn-cs"/>
            </a:endParaRPr>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marL="0" marR="0" lvl="0"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mn-lt"/>
                <a:ea typeface="+mn-ea"/>
                <a:cs typeface="+mn-cs"/>
              </a:rPr>
              <a:t>单击此处编辑母版文本样式</a:t>
            </a:r>
          </a:p>
          <a:p>
            <a:pPr marL="457200" marR="0" lvl="1"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mn-lt"/>
                <a:ea typeface="+mn-ea"/>
                <a:cs typeface="+mn-cs"/>
              </a:rPr>
              <a:t>第二级</a:t>
            </a:r>
          </a:p>
          <a:p>
            <a:pPr marL="914400" marR="0" lvl="2"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mn-lt"/>
                <a:ea typeface="+mn-ea"/>
                <a:cs typeface="+mn-cs"/>
              </a:rPr>
              <a:t>第三级</a:t>
            </a:r>
          </a:p>
          <a:p>
            <a:pPr marL="1371600" marR="0" lvl="3"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mn-lt"/>
                <a:ea typeface="+mn-ea"/>
                <a:cs typeface="+mn-cs"/>
              </a:rPr>
              <a:t>第四级</a:t>
            </a:r>
          </a:p>
          <a:p>
            <a:pPr marL="1828800" marR="0" lvl="4"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mn-lt"/>
                <a:ea typeface="+mn-ea"/>
                <a:cs typeface="+mn-cs"/>
              </a:rPr>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eaLnBrk="1" hangingPunct="1">
              <a:buFont typeface="Arial" panose="020B0604020202020204" pitchFamily="34" charset="0"/>
              <a:buNone/>
              <a:defRPr sz="1200"/>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chemeClr val="tx1"/>
              </a:solidFill>
              <a:effectLst/>
              <a:uLnTx/>
              <a:uFillTx/>
              <a:latin typeface="Calibri" panose="020F0502020204030204" pitchFamily="34" charset="0"/>
              <a:ea typeface="宋体" panose="02010600030101010101" pitchFamily="2" charset="-122"/>
              <a:cs typeface="+mn-cs"/>
            </a:endParaRPr>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lstStyle>
            <a:lvl1pPr algn="r" eaLnBrk="1" hangingPunct="1">
              <a:buFont typeface="Arial" panose="020B0604020202020204" pitchFamily="34" charset="0"/>
              <a:buNone/>
              <a:defRPr sz="1200" noProof="1"/>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2942C40F-4EED-45ED-9E51-F83281CA6798}" type="slidenum">
              <a:rPr kumimoji="0" lang="zh-CN" altLang="en-US" sz="1200" b="0" i="0" u="none" strike="noStrike" kern="1200" cap="none" spc="0" normalizeH="0" baseline="0" noProof="1">
                <a:ln>
                  <a:noFill/>
                </a:ln>
                <a:solidFill>
                  <a:schemeClr val="tx1"/>
                </a:solidFill>
                <a:effectLst/>
                <a:uLnTx/>
                <a:uFillTx/>
                <a:latin typeface="Calibri" panose="020F0502020204030204" pitchFamily="34" charset="0"/>
                <a:ea typeface="宋体" panose="02010600030101010101" pitchFamily="2" charset="-122"/>
                <a:cs typeface="+mn-cs"/>
              </a:rPr>
              <a:t>‹#›</a:t>
            </a:fld>
            <a:endParaRPr kumimoji="0" lang="zh-CN" altLang="en-US" sz="1200" b="0" i="0" u="none" strike="noStrike" kern="1200" cap="none" spc="0" normalizeH="0" baseline="0" noProof="1">
              <a:ln>
                <a:noFill/>
              </a:ln>
              <a:solidFill>
                <a:schemeClr val="tx1"/>
              </a:solidFill>
              <a:effectLst/>
              <a:uLnTx/>
              <a:uFillTx/>
              <a:latin typeface="Calibri" panose="020F0502020204030204" pitchFamily="34"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B8B13BF-1A2A-418A-A457-B8045CEE7AB9}" type="slidenum">
              <a:rPr lang="zh-CN" altLang="en-US" smtClean="0"/>
              <a:t>21</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B8B13BF-1A2A-418A-A457-B8045CEE7AB9}" type="slidenum">
              <a:rPr lang="zh-CN" altLang="en-US" smtClean="0"/>
              <a:t>23</a:t>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B8B13BF-1A2A-418A-A457-B8045CEE7AB9}" type="slidenum">
              <a:rPr lang="zh-CN" altLang="en-US" smtClean="0"/>
              <a:t>24</a:t>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B8B13BF-1A2A-418A-A457-B8045CEE7AB9}" type="slidenum">
              <a:rPr lang="zh-CN" altLang="en-US" smtClean="0"/>
              <a:t>25</a:t>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B8B13BF-1A2A-418A-A457-B8045CEE7AB9}" type="slidenum">
              <a:rPr lang="zh-CN" altLang="en-US" smtClean="0"/>
              <a:t>26</a:t>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B8B13BF-1A2A-418A-A457-B8045CEE7AB9}" type="slidenum">
              <a:rPr lang="zh-CN" altLang="en-US" smtClean="0"/>
              <a:t>27</a:t>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B8B13BF-1A2A-418A-A457-B8045CEE7AB9}" type="slidenum">
              <a:rPr lang="zh-CN" altLang="en-US" smtClean="0"/>
              <a:t>28</a:t>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B8B13BF-1A2A-418A-A457-B8045CEE7AB9}" type="slidenum">
              <a:rPr lang="zh-CN" altLang="en-US" smtClean="0"/>
              <a:t>29</a:t>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B8B13BF-1A2A-418A-A457-B8045CEE7AB9}" type="slidenum">
              <a:rPr lang="zh-CN" altLang="en-US" smtClean="0"/>
              <a:t>30</a:t>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a:t>单击此处编辑母版标题样式</a:t>
            </a:r>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a:t>单击此处编辑母版副标题样式</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rgbClr val="898989"/>
              </a:solidFill>
              <a:effectLst/>
              <a:uLnTx/>
              <a:uFillTx/>
              <a:latin typeface="+mn-lt"/>
              <a:ea typeface="+mn-ea"/>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rgbClr val="898989"/>
              </a:solidFill>
              <a:effectLst/>
              <a:uLnTx/>
              <a:uFillTx/>
              <a:latin typeface="+mn-lt"/>
              <a:ea typeface="+mn-ea"/>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AE7F3A01-D6B3-4B1B-A164-6E812D2DF69A}" type="slidenum">
              <a:rPr kumimoji="0" lang="zh-CN" altLang="en-US" sz="12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rPr>
              <a:t>‹#›</a:t>
            </a:fld>
            <a:endParaRPr kumimoji="0" lang="zh-CN" altLang="en-US" sz="12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内容占位符 2"/>
          <p:cNvSpPr>
            <a:spLocks noGrp="1"/>
          </p:cNvSpPr>
          <p:nvPr>
            <p:ph idx="1"/>
          </p:nvPr>
        </p:nvSpPr>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rgbClr val="898989"/>
              </a:solidFill>
              <a:effectLst/>
              <a:uLnTx/>
              <a:uFillTx/>
              <a:latin typeface="+mn-lt"/>
              <a:ea typeface="+mn-ea"/>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rgbClr val="898989"/>
              </a:solidFill>
              <a:effectLst/>
              <a:uLnTx/>
              <a:uFillTx/>
              <a:latin typeface="+mn-lt"/>
              <a:ea typeface="+mn-ea"/>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AE7F3A01-D6B3-4B1B-A164-6E812D2DF69A}" type="slidenum">
              <a:rPr kumimoji="0" lang="zh-CN" altLang="en-US" sz="12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rPr>
              <a:t>‹#›</a:t>
            </a:fld>
            <a:endParaRPr kumimoji="0" lang="zh-CN" altLang="en-US" sz="12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a:t>单击此处编辑母版标题样式</a:t>
            </a:r>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a:t>单击此处编辑母版文本样式</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rgbClr val="898989"/>
              </a:solidFill>
              <a:effectLst/>
              <a:uLnTx/>
              <a:uFillTx/>
              <a:latin typeface="+mn-lt"/>
              <a:ea typeface="+mn-ea"/>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rgbClr val="898989"/>
              </a:solidFill>
              <a:effectLst/>
              <a:uLnTx/>
              <a:uFillTx/>
              <a:latin typeface="+mn-lt"/>
              <a:ea typeface="+mn-ea"/>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AE7F3A01-D6B3-4B1B-A164-6E812D2DF69A}" type="slidenum">
              <a:rPr kumimoji="0" lang="zh-CN" altLang="en-US" sz="12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rPr>
              <a:t>‹#›</a:t>
            </a:fld>
            <a:endParaRPr kumimoji="0" lang="zh-CN" altLang="en-US" sz="12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内容占位符 2"/>
          <p:cNvSpPr>
            <a:spLocks noGrp="1"/>
          </p:cNvSpPr>
          <p:nvPr>
            <p:ph sz="half" idx="1"/>
          </p:nvPr>
        </p:nvSpPr>
        <p:spPr>
          <a:xfrm>
            <a:off x="457200" y="1600200"/>
            <a:ext cx="4032504" cy="4525963"/>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内容占位符 3"/>
          <p:cNvSpPr>
            <a:spLocks noGrp="1"/>
          </p:cNvSpPr>
          <p:nvPr>
            <p:ph sz="half" idx="2"/>
          </p:nvPr>
        </p:nvSpPr>
        <p:spPr>
          <a:xfrm>
            <a:off x="4654296" y="1600200"/>
            <a:ext cx="4032504" cy="4525963"/>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rgbClr val="898989"/>
              </a:solidFill>
              <a:effectLst/>
              <a:uLnTx/>
              <a:uFillTx/>
              <a:latin typeface="+mn-lt"/>
              <a:ea typeface="+mn-ea"/>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rgbClr val="898989"/>
              </a:solidFill>
              <a:effectLst/>
              <a:uLnTx/>
              <a:uFillTx/>
              <a:latin typeface="+mn-lt"/>
              <a:ea typeface="+mn-ea"/>
              <a:cs typeface="+mn-cs"/>
            </a:endParaRPr>
          </a:p>
        </p:txBody>
      </p:sp>
      <p:sp>
        <p:nvSpPr>
          <p:cNvPr id="7" name="灯片编号占位符 6"/>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AE7F3A01-D6B3-4B1B-A164-6E812D2DF69A}" type="slidenum">
              <a:rPr kumimoji="0" lang="zh-CN" altLang="en-US" sz="12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rPr>
              <a:t>‹#›</a:t>
            </a:fld>
            <a:endParaRPr kumimoji="0" lang="zh-CN" altLang="en-US" sz="12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a:t>单击此处编辑母版标题样式</a:t>
            </a:r>
          </a:p>
        </p:txBody>
      </p:sp>
      <p:sp>
        <p:nvSpPr>
          <p:cNvPr id="3" name="文本占位符 2"/>
          <p:cNvSpPr>
            <a:spLocks noGrp="1"/>
          </p:cNvSpPr>
          <p:nvPr>
            <p:ph type="body" idx="1"/>
          </p:nvPr>
        </p:nvSpPr>
        <p:spPr>
          <a:xfrm>
            <a:off x="890081" y="1778438"/>
            <a:ext cx="3655181" cy="823912"/>
          </a:xfrm>
        </p:spPr>
        <p:txBody>
          <a:bodyPr anchor="ctr"/>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a:t>单击此处编辑母版文本样式</a:t>
            </a:r>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5" name="文本占位符 4"/>
          <p:cNvSpPr>
            <a:spLocks noGrp="1"/>
          </p:cNvSpPr>
          <p:nvPr>
            <p:ph type="body" sz="quarter" idx="3"/>
          </p:nvPr>
        </p:nvSpPr>
        <p:spPr>
          <a:xfrm>
            <a:off x="4692704" y="1778438"/>
            <a:ext cx="3673182" cy="823912"/>
          </a:xfrm>
        </p:spPr>
        <p:txBody>
          <a:bodyPr anchor="ctr"/>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a:t>单击此处编辑母版文本样式</a:t>
            </a:r>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7" name="日期占位符 6"/>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rgbClr val="898989"/>
              </a:solidFill>
              <a:effectLst/>
              <a:uLnTx/>
              <a:uFillTx/>
              <a:latin typeface="+mn-lt"/>
              <a:ea typeface="+mn-ea"/>
              <a:cs typeface="+mn-cs"/>
            </a:endParaRPr>
          </a:p>
        </p:txBody>
      </p:sp>
      <p:sp>
        <p:nvSpPr>
          <p:cNvPr id="8" name="页脚占位符 7"/>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rgbClr val="898989"/>
              </a:solidFill>
              <a:effectLst/>
              <a:uLnTx/>
              <a:uFillTx/>
              <a:latin typeface="+mn-lt"/>
              <a:ea typeface="+mn-ea"/>
              <a:cs typeface="+mn-cs"/>
            </a:endParaRPr>
          </a:p>
        </p:txBody>
      </p:sp>
      <p:sp>
        <p:nvSpPr>
          <p:cNvPr id="9" name="灯片编号占位符 8"/>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AE7F3A01-D6B3-4B1B-A164-6E812D2DF69A}" type="slidenum">
              <a:rPr kumimoji="0" lang="zh-CN" altLang="en-US" sz="12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rPr>
              <a:t>‹#›</a:t>
            </a:fld>
            <a:endParaRPr kumimoji="0" lang="zh-CN" altLang="en-US" sz="12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日期占位符 2"/>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rgbClr val="898989"/>
              </a:solidFill>
              <a:effectLst/>
              <a:uLnTx/>
              <a:uFillTx/>
              <a:latin typeface="+mn-lt"/>
              <a:ea typeface="+mn-ea"/>
              <a:cs typeface="+mn-cs"/>
            </a:endParaRPr>
          </a:p>
        </p:txBody>
      </p:sp>
      <p:sp>
        <p:nvSpPr>
          <p:cNvPr id="4" name="页脚占位符 3"/>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rgbClr val="898989"/>
              </a:solidFill>
              <a:effectLst/>
              <a:uLnTx/>
              <a:uFillTx/>
              <a:latin typeface="+mn-lt"/>
              <a:ea typeface="+mn-ea"/>
              <a:cs typeface="+mn-cs"/>
            </a:endParaRPr>
          </a:p>
        </p:txBody>
      </p:sp>
      <p:sp>
        <p:nvSpPr>
          <p:cNvPr id="5" name="灯片编号占位符 4"/>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AE7F3A01-D6B3-4B1B-A164-6E812D2DF69A}" type="slidenum">
              <a:rPr kumimoji="0" lang="zh-CN" altLang="en-US" sz="12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rPr>
              <a:t>‹#›</a:t>
            </a:fld>
            <a:endParaRPr kumimoji="0" lang="zh-CN" altLang="en-US" sz="12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rgbClr val="898989"/>
              </a:solidFill>
              <a:effectLst/>
              <a:uLnTx/>
              <a:uFillTx/>
              <a:latin typeface="+mn-lt"/>
              <a:ea typeface="+mn-ea"/>
              <a:cs typeface="+mn-cs"/>
            </a:endParaRPr>
          </a:p>
        </p:txBody>
      </p:sp>
      <p:sp>
        <p:nvSpPr>
          <p:cNvPr id="3" name="页脚占位符 2"/>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rgbClr val="898989"/>
              </a:solidFill>
              <a:effectLst/>
              <a:uLnTx/>
              <a:uFillTx/>
              <a:latin typeface="+mn-lt"/>
              <a:ea typeface="+mn-ea"/>
              <a:cs typeface="+mn-cs"/>
            </a:endParaRPr>
          </a:p>
        </p:txBody>
      </p:sp>
      <p:sp>
        <p:nvSpPr>
          <p:cNvPr id="4" name="灯片编号占位符 3"/>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AE7F3A01-D6B3-4B1B-A164-6E812D2DF69A}" type="slidenum">
              <a:rPr kumimoji="0" lang="zh-CN" altLang="en-US" sz="12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rPr>
              <a:t>‹#›</a:t>
            </a:fld>
            <a:endParaRPr kumimoji="0" lang="zh-CN" altLang="en-US" sz="12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a:t>单击此处编辑母版标题样式</a:t>
            </a:r>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a:t>单击此处编辑母版文本样式</a:t>
            </a:r>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rgbClr val="898989"/>
              </a:solidFill>
              <a:effectLst/>
              <a:uLnTx/>
              <a:uFillTx/>
              <a:latin typeface="+mn-lt"/>
              <a:ea typeface="+mn-ea"/>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rgbClr val="898989"/>
              </a:solidFill>
              <a:effectLst/>
              <a:uLnTx/>
              <a:uFillTx/>
              <a:latin typeface="+mn-lt"/>
              <a:ea typeface="+mn-ea"/>
              <a:cs typeface="+mn-cs"/>
            </a:endParaRPr>
          </a:p>
        </p:txBody>
      </p:sp>
      <p:sp>
        <p:nvSpPr>
          <p:cNvPr id="7" name="灯片编号占位符 6"/>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AE7F3A01-D6B3-4B1B-A164-6E812D2DF69A}" type="slidenum">
              <a:rPr kumimoji="0" lang="zh-CN" altLang="en-US" sz="12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rPr>
              <a:t>‹#›</a:t>
            </a:fld>
            <a:endParaRPr kumimoji="0" lang="zh-CN" altLang="en-US" sz="12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a:t>单击此处编辑母版标题样式</a:t>
            </a:r>
          </a:p>
        </p:txBody>
      </p:sp>
      <p:sp>
        <p:nvSpPr>
          <p:cNvPr id="3" name="图片占位符 2"/>
          <p:cNvSpPr>
            <a:spLocks noGrp="1"/>
          </p:cNvSpPr>
          <p:nvPr>
            <p:ph type="pic" idx="1"/>
          </p:nvPr>
        </p:nvSpPr>
        <p:spPr>
          <a:xfrm>
            <a:off x="3887391" y="457201"/>
            <a:ext cx="4629150" cy="5403850"/>
          </a:xfrm>
        </p:spPr>
        <p:txBody>
          <a:bodyPr vert="horz" wrap="square" lIns="91440" tIns="45720" rIns="91440" bIns="45720" numCol="1" anchor="t" anchorCtr="0" compatLnSpc="1"/>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zh-CN" altLang="en-US" sz="2400" b="0" i="0" u="none" strike="noStrike" kern="1200" cap="none" spc="0" normalizeH="0" baseline="0" noProof="1">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a:t>单击此处编辑母版文本样式</a:t>
            </a:r>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rgbClr val="898989"/>
              </a:solidFill>
              <a:effectLst/>
              <a:uLnTx/>
              <a:uFillTx/>
              <a:latin typeface="+mn-lt"/>
              <a:ea typeface="+mn-ea"/>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rgbClr val="898989"/>
              </a:solidFill>
              <a:effectLst/>
              <a:uLnTx/>
              <a:uFillTx/>
              <a:latin typeface="+mn-lt"/>
              <a:ea typeface="+mn-ea"/>
              <a:cs typeface="+mn-cs"/>
            </a:endParaRPr>
          </a:p>
        </p:txBody>
      </p:sp>
      <p:sp>
        <p:nvSpPr>
          <p:cNvPr id="7" name="灯片编号占位符 6"/>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AE7F3A01-D6B3-4B1B-A164-6E812D2DF69A}" type="slidenum">
              <a:rPr kumimoji="0" lang="zh-CN" altLang="en-US" sz="12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rPr>
              <a:t>‹#›</a:t>
            </a:fld>
            <a:endParaRPr kumimoji="0" lang="zh-CN" altLang="en-US" sz="12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竖排文字占位符 2"/>
          <p:cNvSpPr>
            <a:spLocks noGrp="1"/>
          </p:cNvSpPr>
          <p:nvPr>
            <p:ph type="body" orient="vert" idx="1"/>
          </p:nvPr>
        </p:nvSpPr>
        <p:spPr/>
        <p:txBody>
          <a:bodyPr vert="eaVert"/>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rgbClr val="898989"/>
              </a:solidFill>
              <a:effectLst/>
              <a:uLnTx/>
              <a:uFillTx/>
              <a:latin typeface="+mn-lt"/>
              <a:ea typeface="+mn-ea"/>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rgbClr val="898989"/>
              </a:solidFill>
              <a:effectLst/>
              <a:uLnTx/>
              <a:uFillTx/>
              <a:latin typeface="+mn-lt"/>
              <a:ea typeface="+mn-ea"/>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AE7F3A01-D6B3-4B1B-A164-6E812D2DF69A}" type="slidenum">
              <a:rPr kumimoji="0" lang="zh-CN" altLang="en-US" sz="12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rPr>
              <a:t>‹#›</a:t>
            </a:fld>
            <a:endParaRPr kumimoji="0" lang="zh-CN" altLang="en-US" sz="12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pPr fontAlgn="base"/>
            <a:r>
              <a:rPr lang="zh-CN" altLang="en-US" strike="noStrike" noProof="1"/>
              <a:t>单击此处编辑母版标题样式</a:t>
            </a:r>
          </a:p>
        </p:txBody>
      </p:sp>
      <p:sp>
        <p:nvSpPr>
          <p:cNvPr id="3" name="竖排文字占位符 2"/>
          <p:cNvSpPr>
            <a:spLocks noGrp="1"/>
          </p:cNvSpPr>
          <p:nvPr>
            <p:ph type="body" orient="vert" idx="1"/>
          </p:nvPr>
        </p:nvSpPr>
        <p:spPr>
          <a:xfrm>
            <a:off x="457200" y="274638"/>
            <a:ext cx="6052930" cy="5851525"/>
          </a:xfrm>
        </p:spPr>
        <p:txBody>
          <a:bodyPr vert="eaVert"/>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rgbClr val="898989"/>
              </a:solidFill>
              <a:effectLst/>
              <a:uLnTx/>
              <a:uFillTx/>
              <a:latin typeface="+mn-lt"/>
              <a:ea typeface="+mn-ea"/>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rgbClr val="898989"/>
              </a:solidFill>
              <a:effectLst/>
              <a:uLnTx/>
              <a:uFillTx/>
              <a:latin typeface="+mn-lt"/>
              <a:ea typeface="+mn-ea"/>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AE7F3A01-D6B3-4B1B-A164-6E812D2DF69A}" type="slidenum">
              <a:rPr kumimoji="0" lang="zh-CN" altLang="en-US" sz="12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rPr>
              <a:t>‹#›</a:t>
            </a:fld>
            <a:endParaRPr kumimoji="0" lang="zh-CN" altLang="en-US" sz="12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a:t>单击此处编辑母版标题样式</a:t>
            </a:r>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a:t>单击此处编辑母版副标题样式</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rgbClr val="898989"/>
              </a:solidFill>
              <a:effectLst/>
              <a:uLnTx/>
              <a:uFillTx/>
              <a:latin typeface="+mn-lt"/>
              <a:ea typeface="+mn-ea"/>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rgbClr val="898989"/>
              </a:solidFill>
              <a:effectLst/>
              <a:uLnTx/>
              <a:uFillTx/>
              <a:latin typeface="+mn-lt"/>
              <a:ea typeface="+mn-ea"/>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DC77ADA0-1375-4A14-A51B-DCEA87811CC3}" type="slidenum">
              <a:rPr kumimoji="0" lang="zh-CN" altLang="en-US" sz="12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rPr>
              <a:t>‹#›</a:t>
            </a:fld>
            <a:endParaRPr kumimoji="0" lang="zh-CN" altLang="en-US" sz="12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内容占位符 2"/>
          <p:cNvSpPr>
            <a:spLocks noGrp="1"/>
          </p:cNvSpPr>
          <p:nvPr>
            <p:ph idx="1"/>
          </p:nvPr>
        </p:nvSpPr>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rgbClr val="898989"/>
              </a:solidFill>
              <a:effectLst/>
              <a:uLnTx/>
              <a:uFillTx/>
              <a:latin typeface="+mn-lt"/>
              <a:ea typeface="+mn-ea"/>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rgbClr val="898989"/>
              </a:solidFill>
              <a:effectLst/>
              <a:uLnTx/>
              <a:uFillTx/>
              <a:latin typeface="+mn-lt"/>
              <a:ea typeface="+mn-ea"/>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DC77ADA0-1375-4A14-A51B-DCEA87811CC3}" type="slidenum">
              <a:rPr kumimoji="0" lang="zh-CN" altLang="en-US" sz="12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rPr>
              <a:t>‹#›</a:t>
            </a:fld>
            <a:endParaRPr kumimoji="0" lang="zh-CN" altLang="en-US" sz="12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a:t>单击此处编辑母版标题样式</a:t>
            </a:r>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a:t>单击此处编辑母版文本样式</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rgbClr val="898989"/>
              </a:solidFill>
              <a:effectLst/>
              <a:uLnTx/>
              <a:uFillTx/>
              <a:latin typeface="+mn-lt"/>
              <a:ea typeface="+mn-ea"/>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rgbClr val="898989"/>
              </a:solidFill>
              <a:effectLst/>
              <a:uLnTx/>
              <a:uFillTx/>
              <a:latin typeface="+mn-lt"/>
              <a:ea typeface="+mn-ea"/>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DC77ADA0-1375-4A14-A51B-DCEA87811CC3}" type="slidenum">
              <a:rPr kumimoji="0" lang="zh-CN" altLang="en-US" sz="12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rPr>
              <a:t>‹#›</a:t>
            </a:fld>
            <a:endParaRPr kumimoji="0" lang="zh-CN" altLang="en-US" sz="12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内容占位符 2"/>
          <p:cNvSpPr>
            <a:spLocks noGrp="1"/>
          </p:cNvSpPr>
          <p:nvPr>
            <p:ph sz="half" idx="1"/>
          </p:nvPr>
        </p:nvSpPr>
        <p:spPr>
          <a:xfrm>
            <a:off x="457200" y="1600200"/>
            <a:ext cx="4032504" cy="4525963"/>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内容占位符 3"/>
          <p:cNvSpPr>
            <a:spLocks noGrp="1"/>
          </p:cNvSpPr>
          <p:nvPr>
            <p:ph sz="half" idx="2"/>
          </p:nvPr>
        </p:nvSpPr>
        <p:spPr>
          <a:xfrm>
            <a:off x="4654296" y="1600200"/>
            <a:ext cx="4032504" cy="4525963"/>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rgbClr val="898989"/>
              </a:solidFill>
              <a:effectLst/>
              <a:uLnTx/>
              <a:uFillTx/>
              <a:latin typeface="+mn-lt"/>
              <a:ea typeface="+mn-ea"/>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rgbClr val="898989"/>
              </a:solidFill>
              <a:effectLst/>
              <a:uLnTx/>
              <a:uFillTx/>
              <a:latin typeface="+mn-lt"/>
              <a:ea typeface="+mn-ea"/>
              <a:cs typeface="+mn-cs"/>
            </a:endParaRPr>
          </a:p>
        </p:txBody>
      </p:sp>
      <p:sp>
        <p:nvSpPr>
          <p:cNvPr id="7" name="灯片编号占位符 6"/>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DC77ADA0-1375-4A14-A51B-DCEA87811CC3}" type="slidenum">
              <a:rPr kumimoji="0" lang="zh-CN" altLang="en-US" sz="12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rPr>
              <a:t>‹#›</a:t>
            </a:fld>
            <a:endParaRPr kumimoji="0" lang="zh-CN" altLang="en-US" sz="12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a:t>单击此处编辑母版标题样式</a:t>
            </a:r>
          </a:p>
        </p:txBody>
      </p:sp>
      <p:sp>
        <p:nvSpPr>
          <p:cNvPr id="3" name="文本占位符 2"/>
          <p:cNvSpPr>
            <a:spLocks noGrp="1"/>
          </p:cNvSpPr>
          <p:nvPr>
            <p:ph type="body" idx="1"/>
          </p:nvPr>
        </p:nvSpPr>
        <p:spPr>
          <a:xfrm>
            <a:off x="890081" y="1778438"/>
            <a:ext cx="3655181" cy="823912"/>
          </a:xfrm>
        </p:spPr>
        <p:txBody>
          <a:bodyPr anchor="ctr"/>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a:t>单击此处编辑母版文本样式</a:t>
            </a:r>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5" name="文本占位符 4"/>
          <p:cNvSpPr>
            <a:spLocks noGrp="1"/>
          </p:cNvSpPr>
          <p:nvPr>
            <p:ph type="body" sz="quarter" idx="3"/>
          </p:nvPr>
        </p:nvSpPr>
        <p:spPr>
          <a:xfrm>
            <a:off x="4692704" y="1778438"/>
            <a:ext cx="3673182" cy="823912"/>
          </a:xfrm>
        </p:spPr>
        <p:txBody>
          <a:bodyPr anchor="ctr"/>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a:t>单击此处编辑母版文本样式</a:t>
            </a:r>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7" name="日期占位符 6"/>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rgbClr val="898989"/>
              </a:solidFill>
              <a:effectLst/>
              <a:uLnTx/>
              <a:uFillTx/>
              <a:latin typeface="+mn-lt"/>
              <a:ea typeface="+mn-ea"/>
              <a:cs typeface="+mn-cs"/>
            </a:endParaRPr>
          </a:p>
        </p:txBody>
      </p:sp>
      <p:sp>
        <p:nvSpPr>
          <p:cNvPr id="8" name="页脚占位符 7"/>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rgbClr val="898989"/>
              </a:solidFill>
              <a:effectLst/>
              <a:uLnTx/>
              <a:uFillTx/>
              <a:latin typeface="+mn-lt"/>
              <a:ea typeface="+mn-ea"/>
              <a:cs typeface="+mn-cs"/>
            </a:endParaRPr>
          </a:p>
        </p:txBody>
      </p:sp>
      <p:sp>
        <p:nvSpPr>
          <p:cNvPr id="9" name="灯片编号占位符 8"/>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DC77ADA0-1375-4A14-A51B-DCEA87811CC3}" type="slidenum">
              <a:rPr kumimoji="0" lang="zh-CN" altLang="en-US" sz="12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rPr>
              <a:t>‹#›</a:t>
            </a:fld>
            <a:endParaRPr kumimoji="0" lang="zh-CN" altLang="en-US" sz="12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日期占位符 2"/>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rgbClr val="898989"/>
              </a:solidFill>
              <a:effectLst/>
              <a:uLnTx/>
              <a:uFillTx/>
              <a:latin typeface="+mn-lt"/>
              <a:ea typeface="+mn-ea"/>
              <a:cs typeface="+mn-cs"/>
            </a:endParaRPr>
          </a:p>
        </p:txBody>
      </p:sp>
      <p:sp>
        <p:nvSpPr>
          <p:cNvPr id="4" name="页脚占位符 3"/>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rgbClr val="898989"/>
              </a:solidFill>
              <a:effectLst/>
              <a:uLnTx/>
              <a:uFillTx/>
              <a:latin typeface="+mn-lt"/>
              <a:ea typeface="+mn-ea"/>
              <a:cs typeface="+mn-cs"/>
            </a:endParaRPr>
          </a:p>
        </p:txBody>
      </p:sp>
      <p:sp>
        <p:nvSpPr>
          <p:cNvPr id="5" name="灯片编号占位符 4"/>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DC77ADA0-1375-4A14-A51B-DCEA87811CC3}" type="slidenum">
              <a:rPr kumimoji="0" lang="zh-CN" altLang="en-US" sz="12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rPr>
              <a:t>‹#›</a:t>
            </a:fld>
            <a:endParaRPr kumimoji="0" lang="zh-CN" altLang="en-US" sz="12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rgbClr val="898989"/>
              </a:solidFill>
              <a:effectLst/>
              <a:uLnTx/>
              <a:uFillTx/>
              <a:latin typeface="+mn-lt"/>
              <a:ea typeface="+mn-ea"/>
              <a:cs typeface="+mn-cs"/>
            </a:endParaRPr>
          </a:p>
        </p:txBody>
      </p:sp>
      <p:sp>
        <p:nvSpPr>
          <p:cNvPr id="3" name="页脚占位符 2"/>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rgbClr val="898989"/>
              </a:solidFill>
              <a:effectLst/>
              <a:uLnTx/>
              <a:uFillTx/>
              <a:latin typeface="+mn-lt"/>
              <a:ea typeface="+mn-ea"/>
              <a:cs typeface="+mn-cs"/>
            </a:endParaRPr>
          </a:p>
        </p:txBody>
      </p:sp>
      <p:sp>
        <p:nvSpPr>
          <p:cNvPr id="4" name="灯片编号占位符 3"/>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DC77ADA0-1375-4A14-A51B-DCEA87811CC3}" type="slidenum">
              <a:rPr kumimoji="0" lang="zh-CN" altLang="en-US" sz="12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rPr>
              <a:t>‹#›</a:t>
            </a:fld>
            <a:endParaRPr kumimoji="0" lang="zh-CN" altLang="en-US" sz="12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a:t>单击此处编辑母版标题样式</a:t>
            </a:r>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a:t>单击此处编辑母版文本样式</a:t>
            </a:r>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rgbClr val="898989"/>
              </a:solidFill>
              <a:effectLst/>
              <a:uLnTx/>
              <a:uFillTx/>
              <a:latin typeface="+mn-lt"/>
              <a:ea typeface="+mn-ea"/>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rgbClr val="898989"/>
              </a:solidFill>
              <a:effectLst/>
              <a:uLnTx/>
              <a:uFillTx/>
              <a:latin typeface="+mn-lt"/>
              <a:ea typeface="+mn-ea"/>
              <a:cs typeface="+mn-cs"/>
            </a:endParaRPr>
          </a:p>
        </p:txBody>
      </p:sp>
      <p:sp>
        <p:nvSpPr>
          <p:cNvPr id="7" name="灯片编号占位符 6"/>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DC77ADA0-1375-4A14-A51B-DCEA87811CC3}" type="slidenum">
              <a:rPr kumimoji="0" lang="zh-CN" altLang="en-US" sz="12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rPr>
              <a:t>‹#›</a:t>
            </a:fld>
            <a:endParaRPr kumimoji="0" lang="zh-CN" altLang="en-US" sz="12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a:t>单击此处编辑母版标题样式</a:t>
            </a:r>
          </a:p>
        </p:txBody>
      </p:sp>
      <p:sp>
        <p:nvSpPr>
          <p:cNvPr id="3" name="图片占位符 2"/>
          <p:cNvSpPr>
            <a:spLocks noGrp="1"/>
          </p:cNvSpPr>
          <p:nvPr>
            <p:ph type="pic" idx="1"/>
          </p:nvPr>
        </p:nvSpPr>
        <p:spPr>
          <a:xfrm>
            <a:off x="3887391" y="457201"/>
            <a:ext cx="4629150" cy="5403850"/>
          </a:xfrm>
        </p:spPr>
        <p:txBody>
          <a:bodyPr vert="horz" wrap="square" lIns="91440" tIns="45720" rIns="91440" bIns="45720" numCol="1" anchor="t" anchorCtr="0" compatLnSpc="1"/>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zh-CN" altLang="en-US" sz="2400" b="0" i="0" u="none" strike="noStrike" kern="1200" cap="none" spc="0" normalizeH="0" baseline="0" noProof="1">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a:t>单击此处编辑母版文本样式</a:t>
            </a:r>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rgbClr val="898989"/>
              </a:solidFill>
              <a:effectLst/>
              <a:uLnTx/>
              <a:uFillTx/>
              <a:latin typeface="+mn-lt"/>
              <a:ea typeface="+mn-ea"/>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rgbClr val="898989"/>
              </a:solidFill>
              <a:effectLst/>
              <a:uLnTx/>
              <a:uFillTx/>
              <a:latin typeface="+mn-lt"/>
              <a:ea typeface="+mn-ea"/>
              <a:cs typeface="+mn-cs"/>
            </a:endParaRPr>
          </a:p>
        </p:txBody>
      </p:sp>
      <p:sp>
        <p:nvSpPr>
          <p:cNvPr id="7" name="灯片编号占位符 6"/>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DC77ADA0-1375-4A14-A51B-DCEA87811CC3}" type="slidenum">
              <a:rPr kumimoji="0" lang="zh-CN" altLang="en-US" sz="12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rPr>
              <a:t>‹#›</a:t>
            </a:fld>
            <a:endParaRPr kumimoji="0" lang="zh-CN" altLang="en-US" sz="12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竖排文字占位符 2"/>
          <p:cNvSpPr>
            <a:spLocks noGrp="1"/>
          </p:cNvSpPr>
          <p:nvPr>
            <p:ph type="body" orient="vert" idx="1"/>
          </p:nvPr>
        </p:nvSpPr>
        <p:spPr/>
        <p:txBody>
          <a:bodyPr vert="eaVert"/>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rgbClr val="898989"/>
              </a:solidFill>
              <a:effectLst/>
              <a:uLnTx/>
              <a:uFillTx/>
              <a:latin typeface="+mn-lt"/>
              <a:ea typeface="+mn-ea"/>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rgbClr val="898989"/>
              </a:solidFill>
              <a:effectLst/>
              <a:uLnTx/>
              <a:uFillTx/>
              <a:latin typeface="+mn-lt"/>
              <a:ea typeface="+mn-ea"/>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DC77ADA0-1375-4A14-A51B-DCEA87811CC3}" type="slidenum">
              <a:rPr kumimoji="0" lang="zh-CN" altLang="en-US" sz="12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rPr>
              <a:t>‹#›</a:t>
            </a:fld>
            <a:endParaRPr kumimoji="0" lang="zh-CN" altLang="en-US" sz="12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pPr fontAlgn="base"/>
            <a:r>
              <a:rPr lang="zh-CN" altLang="en-US" strike="noStrike" noProof="1"/>
              <a:t>单击此处编辑母版标题样式</a:t>
            </a:r>
          </a:p>
        </p:txBody>
      </p:sp>
      <p:sp>
        <p:nvSpPr>
          <p:cNvPr id="3" name="竖排文字占位符 2"/>
          <p:cNvSpPr>
            <a:spLocks noGrp="1"/>
          </p:cNvSpPr>
          <p:nvPr>
            <p:ph type="body" orient="vert" idx="1"/>
          </p:nvPr>
        </p:nvSpPr>
        <p:spPr>
          <a:xfrm>
            <a:off x="457200" y="274638"/>
            <a:ext cx="6052930" cy="5851525"/>
          </a:xfrm>
        </p:spPr>
        <p:txBody>
          <a:bodyPr vert="eaVert"/>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rgbClr val="898989"/>
              </a:solidFill>
              <a:effectLst/>
              <a:uLnTx/>
              <a:uFillTx/>
              <a:latin typeface="+mn-lt"/>
              <a:ea typeface="+mn-ea"/>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rgbClr val="898989"/>
              </a:solidFill>
              <a:effectLst/>
              <a:uLnTx/>
              <a:uFillTx/>
              <a:latin typeface="+mn-lt"/>
              <a:ea typeface="+mn-ea"/>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DC77ADA0-1375-4A14-A51B-DCEA87811CC3}" type="slidenum">
              <a:rPr kumimoji="0" lang="zh-CN" altLang="en-US" sz="12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rPr>
              <a:t>‹#›</a:t>
            </a:fld>
            <a:endParaRPr kumimoji="0" lang="zh-CN" altLang="en-US" sz="12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rotWithShape="0">
          <a:gsLst>
            <a:gs pos="0">
              <a:srgbClr val="FF0000">
                <a:alpha val="100000"/>
              </a:srgbClr>
            </a:gs>
            <a:gs pos="45000">
              <a:srgbClr val="FF7A00">
                <a:alpha val="100000"/>
              </a:srgbClr>
            </a:gs>
            <a:gs pos="70000">
              <a:srgbClr val="FF0300">
                <a:alpha val="100000"/>
              </a:srgbClr>
            </a:gs>
            <a:gs pos="100000">
              <a:srgbClr val="4D0808">
                <a:alpha val="100000"/>
              </a:srgbClr>
            </a:gs>
            <a:gs pos="100000">
              <a:srgbClr val="4D0808">
                <a:alpha val="100000"/>
              </a:srgbClr>
            </a:gs>
            <a:gs pos="100000">
              <a:srgbClr val="4D0808">
                <a:alpha val="100000"/>
              </a:srgbClr>
            </a:gs>
            <a:gs pos="100000">
              <a:srgbClr val="4D0808">
                <a:alpha val="100000"/>
              </a:srgbClr>
            </a:gs>
          </a:gsLst>
          <a:lin ang="3600000"/>
          <a:tileRect/>
        </a:gradFill>
        <a:effectLst/>
      </p:bgPr>
    </p:bg>
    <p:spTree>
      <p:nvGrpSpPr>
        <p:cNvPr id="1" name=""/>
        <p:cNvGrpSpPr/>
        <p:nvPr/>
      </p:nvGrpSpPr>
      <p:grpSpPr>
        <a:xfrm>
          <a:off x="0" y="0"/>
          <a:ext cx="0" cy="0"/>
          <a:chOff x="0" y="0"/>
          <a:chExt cx="0" cy="0"/>
        </a:xfrm>
      </p:grpSpPr>
      <p:sp>
        <p:nvSpPr>
          <p:cNvPr id="1026" name="标题占位符 1"/>
          <p:cNvSpPr>
            <a:spLocks noGrp="1"/>
          </p:cNvSpPr>
          <p:nvPr>
            <p:ph type="title"/>
          </p:nvPr>
        </p:nvSpPr>
        <p:spPr>
          <a:xfrm>
            <a:off x="457200" y="274638"/>
            <a:ext cx="8229600" cy="1143000"/>
          </a:xfrm>
          <a:prstGeom prst="rect">
            <a:avLst/>
          </a:prstGeom>
          <a:noFill/>
          <a:ln w="9525">
            <a:noFill/>
          </a:ln>
        </p:spPr>
        <p:txBody>
          <a:bodyPr anchor="ctr" anchorCtr="0"/>
          <a:lstStyle/>
          <a:p>
            <a:pPr lvl="0"/>
            <a:r>
              <a:rPr lang="zh-CN" altLang="en-US" dirty="0"/>
              <a:t>单击此处编辑母版标题样式</a:t>
            </a:r>
          </a:p>
        </p:txBody>
      </p:sp>
      <p:sp>
        <p:nvSpPr>
          <p:cNvPr id="1027" name="文本占位符 2"/>
          <p:cNvSpPr>
            <a:spLocks noGrp="1"/>
          </p:cNvSpPr>
          <p:nvPr>
            <p:ph type="body"/>
          </p:nvPr>
        </p:nvSpPr>
        <p:spPr>
          <a:xfrm>
            <a:off x="457200" y="1600200"/>
            <a:ext cx="8229600" cy="4525963"/>
          </a:xfrm>
          <a:prstGeom prst="rect">
            <a:avLst/>
          </a:prstGeom>
          <a:noFill/>
          <a:ln w="9525">
            <a:noFill/>
          </a:ln>
        </p:spPr>
        <p:txBody>
          <a:bodyPr anchor="t" anchorCtr="0"/>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1028" name="日期占位符 3"/>
          <p:cNvSpPr>
            <a:spLocks noGrp="1" noChangeArrowheads="1"/>
          </p:cNvSpPr>
          <p:nvPr>
            <p:ph type="dt" sz="half" idx="2"/>
          </p:nvPr>
        </p:nvSpPr>
        <p:spPr bwMode="auto">
          <a:xfrm>
            <a:off x="457200" y="6356350"/>
            <a:ext cx="2133600" cy="365125"/>
          </a:xfrm>
          <a:prstGeom prst="rect">
            <a:avLst/>
          </a:prstGeom>
          <a:noFill/>
          <a:ln>
            <a:noFill/>
          </a:ln>
        </p:spPr>
        <p:txBody>
          <a:bodyPr vert="horz" wrap="square" lIns="91440" tIns="45720" rIns="91440" bIns="45720" numCol="1" anchor="ctr" anchorCtr="0" compatLnSpc="1"/>
          <a:lstStyle>
            <a:lvl1pPr algn="l" eaLnBrk="1" hangingPunct="1">
              <a:buFontTx/>
              <a:buNone/>
              <a:defRPr sz="1200">
                <a:solidFill>
                  <a:srgbClr val="898989"/>
                </a:solidFill>
                <a:latin typeface="+mn-lt"/>
                <a:ea typeface="+mn-ea"/>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rgbClr val="898989"/>
              </a:solidFill>
              <a:effectLst/>
              <a:uLnTx/>
              <a:uFillTx/>
              <a:latin typeface="+mn-lt"/>
              <a:ea typeface="+mn-ea"/>
              <a:cs typeface="+mn-cs"/>
            </a:endParaRPr>
          </a:p>
        </p:txBody>
      </p:sp>
      <p:sp>
        <p:nvSpPr>
          <p:cNvPr id="1029" name="页脚占位符 4"/>
          <p:cNvSpPr>
            <a:spLocks noGrp="1" noChangeArrowheads="1"/>
          </p:cNvSpPr>
          <p:nvPr>
            <p:ph type="ftr" sz="quarter" idx="3"/>
          </p:nvPr>
        </p:nvSpPr>
        <p:spPr bwMode="auto">
          <a:xfrm>
            <a:off x="3124200" y="6356350"/>
            <a:ext cx="2895600" cy="365125"/>
          </a:xfrm>
          <a:prstGeom prst="rect">
            <a:avLst/>
          </a:prstGeom>
          <a:noFill/>
          <a:ln>
            <a:noFill/>
          </a:ln>
        </p:spPr>
        <p:txBody>
          <a:bodyPr vert="horz" wrap="square" lIns="91440" tIns="45720" rIns="91440" bIns="45720" numCol="1" anchor="ctr" anchorCtr="0" compatLnSpc="1"/>
          <a:lstStyle>
            <a:lvl1pPr algn="ctr" eaLnBrk="1" hangingPunct="1">
              <a:buFontTx/>
              <a:buNone/>
              <a:defRPr sz="1200">
                <a:solidFill>
                  <a:srgbClr val="898989"/>
                </a:solidFill>
                <a:latin typeface="+mn-lt"/>
                <a:ea typeface="+mn-ea"/>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rgbClr val="898989"/>
              </a:solidFill>
              <a:effectLst/>
              <a:uLnTx/>
              <a:uFillTx/>
              <a:latin typeface="+mn-lt"/>
              <a:ea typeface="+mn-ea"/>
              <a:cs typeface="+mn-cs"/>
            </a:endParaRPr>
          </a:p>
        </p:txBody>
      </p:sp>
      <p:sp>
        <p:nvSpPr>
          <p:cNvPr id="1030" name="灯片编号占位符 5"/>
          <p:cNvSpPr>
            <a:spLocks noGrp="1" noChangeArrowheads="1"/>
          </p:cNvSpPr>
          <p:nvPr>
            <p:ph type="sldNum" sz="quarter" idx="4"/>
          </p:nvPr>
        </p:nvSpPr>
        <p:spPr bwMode="auto">
          <a:xfrm>
            <a:off x="6553200" y="6356350"/>
            <a:ext cx="2133600" cy="365125"/>
          </a:xfrm>
          <a:prstGeom prst="rect">
            <a:avLst/>
          </a:prstGeom>
          <a:noFill/>
          <a:ln>
            <a:noFill/>
          </a:ln>
        </p:spPr>
        <p:txBody>
          <a:bodyPr vert="horz" wrap="square" lIns="91440" tIns="45720" rIns="91440" bIns="45720" numCol="1" anchor="ctr" anchorCtr="0" compatLnSpc="1"/>
          <a:lstStyle>
            <a:lvl1pPr algn="r" eaLnBrk="1" hangingPunct="1">
              <a:buFont typeface="Arial" panose="020B0604020202020204" pitchFamily="34" charset="0"/>
              <a:buNone/>
              <a:defRPr sz="1200" noProof="1">
                <a:solidFill>
                  <a:srgbClr val="898989"/>
                </a:solidFill>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AE7F3A01-D6B3-4B1B-A164-6E812D2DF69A}" type="slidenum">
              <a:rPr kumimoji="0" lang="zh-CN" altLang="en-US" sz="12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rPr>
              <a:t>‹#›</a:t>
            </a:fld>
            <a:endParaRPr kumimoji="0" lang="zh-CN" altLang="en-US" sz="12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2pPr>
      <a:lvl3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3pPr>
      <a:lvl4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4pPr>
      <a:lvl5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5pPr>
      <a:lvl6pPr marL="457200"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6pPr>
      <a:lvl7pPr marL="914400"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7pPr>
      <a:lvl8pPr marL="1371600"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8pPr>
      <a:lvl9pPr marL="1828800"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lvl="5" indent="-228600" algn="l" defTabSz="914400" eaLnBrk="0" fontAlgn="base" latinLnBrk="0" hangingPunct="0">
        <a:spcBef>
          <a:spcPct val="20000"/>
        </a:spcBef>
        <a:spcAft>
          <a:spcPct val="0"/>
        </a:spcAft>
        <a:buFont typeface="Arial" panose="020B0604020202020204" pitchFamily="34" charset="0"/>
        <a:buChar char="»"/>
        <a:defRPr sz="2000" b="0" i="0" u="none" kern="1200" baseline="0">
          <a:solidFill>
            <a:schemeClr val="tx1"/>
          </a:solidFill>
          <a:latin typeface="+mn-lt"/>
          <a:ea typeface="+mn-ea"/>
          <a:cs typeface="+mn-cs"/>
        </a:defRPr>
      </a:lvl6pPr>
      <a:lvl7pPr marL="2971800" lvl="6" indent="-228600" algn="l" defTabSz="914400" eaLnBrk="0" fontAlgn="base" latinLnBrk="0" hangingPunct="0">
        <a:spcBef>
          <a:spcPct val="20000"/>
        </a:spcBef>
        <a:spcAft>
          <a:spcPct val="0"/>
        </a:spcAft>
        <a:buFont typeface="Arial" panose="020B0604020202020204" pitchFamily="34" charset="0"/>
        <a:buChar char="»"/>
        <a:defRPr sz="2000" b="0" i="0" u="none" kern="1200" baseline="0">
          <a:solidFill>
            <a:schemeClr val="tx1"/>
          </a:solidFill>
          <a:latin typeface="+mn-lt"/>
          <a:ea typeface="+mn-ea"/>
          <a:cs typeface="+mn-cs"/>
        </a:defRPr>
      </a:lvl7pPr>
      <a:lvl8pPr marL="3429000" lvl="7" indent="-228600" algn="l" defTabSz="914400" eaLnBrk="0" fontAlgn="base" latinLnBrk="0" hangingPunct="0">
        <a:spcBef>
          <a:spcPct val="20000"/>
        </a:spcBef>
        <a:spcAft>
          <a:spcPct val="0"/>
        </a:spcAft>
        <a:buFont typeface="Arial" panose="020B0604020202020204" pitchFamily="34" charset="0"/>
        <a:buChar char="»"/>
        <a:defRPr sz="2000" b="0" i="0" u="none" kern="1200" baseline="0">
          <a:solidFill>
            <a:schemeClr val="tx1"/>
          </a:solidFill>
          <a:latin typeface="+mn-lt"/>
          <a:ea typeface="+mn-ea"/>
          <a:cs typeface="+mn-cs"/>
        </a:defRPr>
      </a:lvl8pPr>
      <a:lvl9pPr marL="3886200" lvl="8" indent="-228600" algn="l" defTabSz="914400" eaLnBrk="0" fontAlgn="base" latinLnBrk="0" hangingPunct="0">
        <a:spcBef>
          <a:spcPct val="20000"/>
        </a:spcBef>
        <a:spcAft>
          <a:spcPct val="0"/>
        </a:spcAft>
        <a:buFont typeface="Arial" panose="020B0604020202020204" pitchFamily="34" charset="0"/>
        <a:buChar char="»"/>
        <a:defRPr sz="2000" b="0" i="0" u="none" kern="1200" baseline="0">
          <a:solidFill>
            <a:schemeClr val="tx1"/>
          </a:solidFill>
          <a:latin typeface="+mn-lt"/>
          <a:ea typeface="+mn-ea"/>
          <a:cs typeface="+mn-cs"/>
        </a:defRPr>
      </a:lvl9pPr>
    </p:bodyStyle>
    <p:otherStyle>
      <a:lvl1pPr marL="0" lvl="0" indent="0" algn="dist" defTabSz="914400" eaLnBrk="1" fontAlgn="base" latinLnBrk="0" hangingPunct="1">
        <a:spcBef>
          <a:spcPct val="0"/>
        </a:spcBef>
        <a:spcAft>
          <a:spcPct val="0"/>
        </a:spcAft>
        <a:buFont typeface="Arial" panose="020B0604020202020204" pitchFamily="34" charset="0"/>
        <a:buNone/>
        <a:defRPr sz="2400" b="0" i="0" u="none" kern="1200" baseline="0">
          <a:solidFill>
            <a:schemeClr val="tx1"/>
          </a:solidFill>
          <a:latin typeface="+mn-lt"/>
          <a:ea typeface="+mn-ea"/>
          <a:cs typeface="+mn-cs"/>
        </a:defRPr>
      </a:lvl1pPr>
      <a:lvl2pPr marL="457200" lvl="1" indent="0" algn="l" defTabSz="914400" eaLnBrk="0" fontAlgn="base" latinLnBrk="0" hangingPunct="0">
        <a:spcBef>
          <a:spcPct val="0"/>
        </a:spcBef>
        <a:spcAft>
          <a:spcPct val="0"/>
        </a:spcAft>
        <a:buFont typeface="Arial" panose="020B0604020202020204" pitchFamily="34" charset="0"/>
        <a:buNone/>
        <a:defRPr sz="1800" b="0" i="0" u="none" kern="1200" baseline="0">
          <a:solidFill>
            <a:schemeClr val="tx1"/>
          </a:solidFill>
          <a:latin typeface="+mn-lt"/>
          <a:ea typeface="+mn-ea"/>
          <a:cs typeface="+mn-cs"/>
        </a:defRPr>
      </a:lvl2pPr>
      <a:lvl3pPr marL="914400" lvl="2" indent="0" algn="l" defTabSz="914400" eaLnBrk="0" fontAlgn="base" latinLnBrk="0" hangingPunct="0">
        <a:spcBef>
          <a:spcPct val="0"/>
        </a:spcBef>
        <a:spcAft>
          <a:spcPct val="0"/>
        </a:spcAft>
        <a:buFont typeface="Arial" panose="020B0604020202020204" pitchFamily="34" charset="0"/>
        <a:buNone/>
        <a:defRPr sz="1800" b="0" i="0" u="none" kern="1200" baseline="0">
          <a:solidFill>
            <a:schemeClr val="tx1"/>
          </a:solidFill>
          <a:latin typeface="+mn-lt"/>
          <a:ea typeface="+mn-ea"/>
          <a:cs typeface="+mn-cs"/>
        </a:defRPr>
      </a:lvl3pPr>
      <a:lvl4pPr marL="1371600" lvl="3" indent="0" algn="l" defTabSz="914400" eaLnBrk="0" fontAlgn="base" latinLnBrk="0" hangingPunct="0">
        <a:spcBef>
          <a:spcPct val="0"/>
        </a:spcBef>
        <a:spcAft>
          <a:spcPct val="0"/>
        </a:spcAft>
        <a:buFont typeface="Arial" panose="020B0604020202020204" pitchFamily="34" charset="0"/>
        <a:buNone/>
        <a:defRPr sz="1800" b="0" i="0" u="none" kern="1200" baseline="0">
          <a:solidFill>
            <a:schemeClr val="tx1"/>
          </a:solidFill>
          <a:latin typeface="+mn-lt"/>
          <a:ea typeface="+mn-ea"/>
          <a:cs typeface="+mn-cs"/>
        </a:defRPr>
      </a:lvl4pPr>
      <a:lvl5pPr marL="1828800" lvl="4" indent="0" algn="l" defTabSz="914400" eaLnBrk="0" fontAlgn="base" latinLnBrk="0" hangingPunct="0">
        <a:spcBef>
          <a:spcPct val="0"/>
        </a:spcBef>
        <a:spcAft>
          <a:spcPct val="0"/>
        </a:spcAft>
        <a:buFont typeface="Arial" panose="020B0604020202020204" pitchFamily="34" charset="0"/>
        <a:buNone/>
        <a:defRPr sz="1800" b="0" i="0" u="none" kern="1200" baseline="0">
          <a:solidFill>
            <a:schemeClr val="tx1"/>
          </a:solidFill>
          <a:latin typeface="+mn-lt"/>
          <a:ea typeface="+mn-ea"/>
          <a:cs typeface="+mn-cs"/>
        </a:defRPr>
      </a:lvl5pPr>
      <a:lvl6pPr marL="2286000" lvl="5" indent="0" algn="l" defTabSz="914400" eaLnBrk="0" fontAlgn="base" latinLnBrk="0" hangingPunct="0">
        <a:spcBef>
          <a:spcPct val="0"/>
        </a:spcBef>
        <a:spcAft>
          <a:spcPct val="0"/>
        </a:spcAft>
        <a:buFont typeface="Arial" panose="020B0604020202020204" pitchFamily="34" charset="0"/>
        <a:buNone/>
        <a:defRPr sz="1800" b="0" i="0" u="none" kern="1200" baseline="0">
          <a:solidFill>
            <a:schemeClr val="tx1"/>
          </a:solidFill>
          <a:latin typeface="+mn-lt"/>
          <a:ea typeface="+mn-ea"/>
          <a:cs typeface="+mn-cs"/>
        </a:defRPr>
      </a:lvl6pPr>
      <a:lvl7pPr marL="2743200" lvl="6" indent="0" algn="l" defTabSz="914400" eaLnBrk="0" fontAlgn="base" latinLnBrk="0" hangingPunct="0">
        <a:spcBef>
          <a:spcPct val="0"/>
        </a:spcBef>
        <a:spcAft>
          <a:spcPct val="0"/>
        </a:spcAft>
        <a:buFont typeface="Arial" panose="020B0604020202020204" pitchFamily="34" charset="0"/>
        <a:buNone/>
        <a:defRPr sz="1800" b="0" i="0" u="none" kern="1200" baseline="0">
          <a:solidFill>
            <a:schemeClr val="tx1"/>
          </a:solidFill>
          <a:latin typeface="+mn-lt"/>
          <a:ea typeface="+mn-ea"/>
          <a:cs typeface="+mn-cs"/>
        </a:defRPr>
      </a:lvl7pPr>
      <a:lvl8pPr marL="3200400" lvl="7" indent="0" algn="l" defTabSz="914400" eaLnBrk="0" fontAlgn="base" latinLnBrk="0" hangingPunct="0">
        <a:spcBef>
          <a:spcPct val="0"/>
        </a:spcBef>
        <a:spcAft>
          <a:spcPct val="0"/>
        </a:spcAft>
        <a:buFont typeface="Arial" panose="020B0604020202020204" pitchFamily="34" charset="0"/>
        <a:buNone/>
        <a:defRPr sz="1800" b="0" i="0" u="none" kern="1200" baseline="0">
          <a:solidFill>
            <a:schemeClr val="tx1"/>
          </a:solidFill>
          <a:latin typeface="+mn-lt"/>
          <a:ea typeface="+mn-ea"/>
          <a:cs typeface="+mn-cs"/>
        </a:defRPr>
      </a:lvl8pPr>
      <a:lvl9pPr marL="3657600" lvl="8" indent="0" algn="l" defTabSz="914400" eaLnBrk="0" fontAlgn="base" latinLnBrk="0" hangingPunct="0">
        <a:spcBef>
          <a:spcPct val="0"/>
        </a:spcBef>
        <a:spcAft>
          <a:spcPct val="0"/>
        </a:spcAft>
        <a:buFont typeface="Arial" panose="020B0604020202020204" pitchFamily="34" charset="0"/>
        <a:buNone/>
        <a:defRPr sz="1800" b="0" i="0" u="none" kern="1200" baseline="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gradFill rotWithShape="0">
          <a:gsLst>
            <a:gs pos="0">
              <a:srgbClr val="FF0000">
                <a:alpha val="100000"/>
              </a:srgbClr>
            </a:gs>
            <a:gs pos="45000">
              <a:srgbClr val="FF7A00">
                <a:alpha val="100000"/>
              </a:srgbClr>
            </a:gs>
            <a:gs pos="70000">
              <a:srgbClr val="FF0300">
                <a:alpha val="100000"/>
              </a:srgbClr>
            </a:gs>
            <a:gs pos="100000">
              <a:srgbClr val="4D0808">
                <a:alpha val="100000"/>
              </a:srgbClr>
            </a:gs>
            <a:gs pos="100000">
              <a:srgbClr val="4D0808">
                <a:alpha val="100000"/>
              </a:srgbClr>
            </a:gs>
            <a:gs pos="100000">
              <a:srgbClr val="4D0808">
                <a:alpha val="100000"/>
              </a:srgbClr>
            </a:gs>
            <a:gs pos="100000">
              <a:srgbClr val="4D0808">
                <a:alpha val="100000"/>
              </a:srgbClr>
            </a:gs>
          </a:gsLst>
          <a:lin ang="3600000"/>
          <a:tileRect/>
        </a:gradFill>
        <a:effectLst/>
      </p:bgPr>
    </p:bg>
    <p:spTree>
      <p:nvGrpSpPr>
        <p:cNvPr id="1" name=""/>
        <p:cNvGrpSpPr/>
        <p:nvPr/>
      </p:nvGrpSpPr>
      <p:grpSpPr>
        <a:xfrm>
          <a:off x="0" y="0"/>
          <a:ext cx="0" cy="0"/>
          <a:chOff x="0" y="0"/>
          <a:chExt cx="0" cy="0"/>
        </a:xfrm>
      </p:grpSpPr>
      <p:sp>
        <p:nvSpPr>
          <p:cNvPr id="2050" name="标题占位符 1"/>
          <p:cNvSpPr>
            <a:spLocks noGrp="1"/>
          </p:cNvSpPr>
          <p:nvPr>
            <p:ph type="title"/>
          </p:nvPr>
        </p:nvSpPr>
        <p:spPr>
          <a:xfrm>
            <a:off x="457200" y="274638"/>
            <a:ext cx="8229600" cy="1143000"/>
          </a:xfrm>
          <a:prstGeom prst="rect">
            <a:avLst/>
          </a:prstGeom>
          <a:noFill/>
          <a:ln w="9525">
            <a:noFill/>
          </a:ln>
        </p:spPr>
        <p:txBody>
          <a:bodyPr anchor="ctr" anchorCtr="0"/>
          <a:lstStyle/>
          <a:p>
            <a:pPr lvl="0"/>
            <a:r>
              <a:rPr lang="zh-CN" altLang="en-US" dirty="0"/>
              <a:t>单击此处编辑母版标题样式</a:t>
            </a:r>
          </a:p>
        </p:txBody>
      </p:sp>
      <p:sp>
        <p:nvSpPr>
          <p:cNvPr id="2051" name="文本占位符 2"/>
          <p:cNvSpPr>
            <a:spLocks noGrp="1"/>
          </p:cNvSpPr>
          <p:nvPr>
            <p:ph type="body"/>
          </p:nvPr>
        </p:nvSpPr>
        <p:spPr>
          <a:xfrm>
            <a:off x="457200" y="1600200"/>
            <a:ext cx="8229600" cy="4525963"/>
          </a:xfrm>
          <a:prstGeom prst="rect">
            <a:avLst/>
          </a:prstGeom>
          <a:noFill/>
          <a:ln w="9525">
            <a:noFill/>
          </a:ln>
        </p:spPr>
        <p:txBody>
          <a:bodyPr anchor="t" anchorCtr="0"/>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1028" name="日期占位符 3"/>
          <p:cNvSpPr>
            <a:spLocks noGrp="1" noChangeArrowheads="1"/>
          </p:cNvSpPr>
          <p:nvPr>
            <p:ph type="dt" sz="half" idx="2"/>
          </p:nvPr>
        </p:nvSpPr>
        <p:spPr bwMode="auto">
          <a:xfrm>
            <a:off x="457200" y="6356350"/>
            <a:ext cx="2133600" cy="365125"/>
          </a:xfrm>
          <a:prstGeom prst="rect">
            <a:avLst/>
          </a:prstGeom>
          <a:noFill/>
          <a:ln>
            <a:noFill/>
          </a:ln>
        </p:spPr>
        <p:txBody>
          <a:bodyPr vert="horz" wrap="square" lIns="91440" tIns="45720" rIns="91440" bIns="45720" numCol="1" anchor="ctr" anchorCtr="0" compatLnSpc="1"/>
          <a:lstStyle>
            <a:lvl1pPr algn="l" eaLnBrk="1" hangingPunct="1">
              <a:buFontTx/>
              <a:buNone/>
              <a:defRPr sz="1200">
                <a:solidFill>
                  <a:srgbClr val="898989"/>
                </a:solidFill>
                <a:latin typeface="+mn-lt"/>
                <a:ea typeface="+mn-ea"/>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rgbClr val="898989"/>
              </a:solidFill>
              <a:effectLst/>
              <a:uLnTx/>
              <a:uFillTx/>
              <a:latin typeface="+mn-lt"/>
              <a:ea typeface="+mn-ea"/>
              <a:cs typeface="+mn-cs"/>
            </a:endParaRPr>
          </a:p>
        </p:txBody>
      </p:sp>
      <p:sp>
        <p:nvSpPr>
          <p:cNvPr id="1029" name="页脚占位符 4"/>
          <p:cNvSpPr>
            <a:spLocks noGrp="1" noChangeArrowheads="1"/>
          </p:cNvSpPr>
          <p:nvPr>
            <p:ph type="ftr" sz="quarter" idx="3"/>
          </p:nvPr>
        </p:nvSpPr>
        <p:spPr bwMode="auto">
          <a:xfrm>
            <a:off x="3124200" y="6356350"/>
            <a:ext cx="2895600" cy="365125"/>
          </a:xfrm>
          <a:prstGeom prst="rect">
            <a:avLst/>
          </a:prstGeom>
          <a:noFill/>
          <a:ln>
            <a:noFill/>
          </a:ln>
        </p:spPr>
        <p:txBody>
          <a:bodyPr vert="horz" wrap="square" lIns="91440" tIns="45720" rIns="91440" bIns="45720" numCol="1" anchor="ctr" anchorCtr="0" compatLnSpc="1"/>
          <a:lstStyle>
            <a:lvl1pPr algn="ctr" eaLnBrk="1" hangingPunct="1">
              <a:buFontTx/>
              <a:buNone/>
              <a:defRPr sz="1200">
                <a:solidFill>
                  <a:srgbClr val="898989"/>
                </a:solidFill>
                <a:latin typeface="+mn-lt"/>
                <a:ea typeface="+mn-ea"/>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rgbClr val="898989"/>
              </a:solidFill>
              <a:effectLst/>
              <a:uLnTx/>
              <a:uFillTx/>
              <a:latin typeface="+mn-lt"/>
              <a:ea typeface="+mn-ea"/>
              <a:cs typeface="+mn-cs"/>
            </a:endParaRPr>
          </a:p>
        </p:txBody>
      </p:sp>
      <p:sp>
        <p:nvSpPr>
          <p:cNvPr id="1030" name="灯片编号占位符 5"/>
          <p:cNvSpPr>
            <a:spLocks noGrp="1" noChangeArrowheads="1"/>
          </p:cNvSpPr>
          <p:nvPr>
            <p:ph type="sldNum" sz="quarter" idx="4"/>
          </p:nvPr>
        </p:nvSpPr>
        <p:spPr bwMode="auto">
          <a:xfrm>
            <a:off x="6553200" y="6356350"/>
            <a:ext cx="2133600" cy="365125"/>
          </a:xfrm>
          <a:prstGeom prst="rect">
            <a:avLst/>
          </a:prstGeom>
          <a:noFill/>
          <a:ln>
            <a:noFill/>
          </a:ln>
        </p:spPr>
        <p:txBody>
          <a:bodyPr vert="horz" wrap="square" lIns="91440" tIns="45720" rIns="91440" bIns="45720" numCol="1" anchor="ctr" anchorCtr="0" compatLnSpc="1"/>
          <a:lstStyle>
            <a:lvl1pPr algn="r" eaLnBrk="1" hangingPunct="1">
              <a:buFont typeface="Arial" panose="020B0604020202020204" pitchFamily="34" charset="0"/>
              <a:buNone/>
              <a:defRPr sz="1200" noProof="1">
                <a:solidFill>
                  <a:srgbClr val="898989"/>
                </a:solidFill>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DC77ADA0-1375-4A14-A51B-DCEA87811CC3}" type="slidenum">
              <a:rPr kumimoji="0" lang="zh-CN" altLang="en-US" sz="12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rPr>
              <a:t>‹#›</a:t>
            </a:fld>
            <a:endParaRPr kumimoji="0" lang="zh-CN" altLang="en-US" sz="12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sldNum="0" hdr="0" ftr="0" dt="0"/>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2pPr>
      <a:lvl3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3pPr>
      <a:lvl4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4pPr>
      <a:lvl5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5pPr>
      <a:lvl6pPr marL="457200"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6pPr>
      <a:lvl7pPr marL="914400"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7pPr>
      <a:lvl8pPr marL="1371600"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8pPr>
      <a:lvl9pPr marL="1828800"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lvl="5" indent="-228600" algn="l" defTabSz="914400" eaLnBrk="0" fontAlgn="base" latinLnBrk="0" hangingPunct="0">
        <a:spcBef>
          <a:spcPct val="20000"/>
        </a:spcBef>
        <a:spcAft>
          <a:spcPct val="0"/>
        </a:spcAft>
        <a:buFont typeface="Arial" panose="020B0604020202020204" pitchFamily="34" charset="0"/>
        <a:buChar char="»"/>
        <a:defRPr sz="2000" b="0" i="0" u="none" kern="1200" baseline="0">
          <a:solidFill>
            <a:schemeClr val="tx1"/>
          </a:solidFill>
          <a:latin typeface="+mn-lt"/>
          <a:ea typeface="+mn-ea"/>
          <a:cs typeface="+mn-cs"/>
        </a:defRPr>
      </a:lvl6pPr>
      <a:lvl7pPr marL="2971800" lvl="6" indent="-228600" algn="l" defTabSz="914400" eaLnBrk="0" fontAlgn="base" latinLnBrk="0" hangingPunct="0">
        <a:spcBef>
          <a:spcPct val="20000"/>
        </a:spcBef>
        <a:spcAft>
          <a:spcPct val="0"/>
        </a:spcAft>
        <a:buFont typeface="Arial" panose="020B0604020202020204" pitchFamily="34" charset="0"/>
        <a:buChar char="»"/>
        <a:defRPr sz="2000" b="0" i="0" u="none" kern="1200" baseline="0">
          <a:solidFill>
            <a:schemeClr val="tx1"/>
          </a:solidFill>
          <a:latin typeface="+mn-lt"/>
          <a:ea typeface="+mn-ea"/>
          <a:cs typeface="+mn-cs"/>
        </a:defRPr>
      </a:lvl7pPr>
      <a:lvl8pPr marL="3429000" lvl="7" indent="-228600" algn="l" defTabSz="914400" eaLnBrk="0" fontAlgn="base" latinLnBrk="0" hangingPunct="0">
        <a:spcBef>
          <a:spcPct val="20000"/>
        </a:spcBef>
        <a:spcAft>
          <a:spcPct val="0"/>
        </a:spcAft>
        <a:buFont typeface="Arial" panose="020B0604020202020204" pitchFamily="34" charset="0"/>
        <a:buChar char="»"/>
        <a:defRPr sz="2000" b="0" i="0" u="none" kern="1200" baseline="0">
          <a:solidFill>
            <a:schemeClr val="tx1"/>
          </a:solidFill>
          <a:latin typeface="+mn-lt"/>
          <a:ea typeface="+mn-ea"/>
          <a:cs typeface="+mn-cs"/>
        </a:defRPr>
      </a:lvl8pPr>
      <a:lvl9pPr marL="3886200" lvl="8" indent="-228600" algn="l" defTabSz="914400" eaLnBrk="0" fontAlgn="base" latinLnBrk="0" hangingPunct="0">
        <a:spcBef>
          <a:spcPct val="20000"/>
        </a:spcBef>
        <a:spcAft>
          <a:spcPct val="0"/>
        </a:spcAft>
        <a:buFont typeface="Arial" panose="020B0604020202020204" pitchFamily="34" charset="0"/>
        <a:buChar char="»"/>
        <a:defRPr sz="2000" b="0" i="0" u="none" kern="1200" baseline="0">
          <a:solidFill>
            <a:schemeClr val="tx1"/>
          </a:solidFill>
          <a:latin typeface="+mn-lt"/>
          <a:ea typeface="+mn-ea"/>
          <a:cs typeface="+mn-cs"/>
        </a:defRPr>
      </a:lvl9pPr>
    </p:bodyStyle>
    <p:otherStyle>
      <a:lvl1pPr marL="0" lvl="0" indent="0" algn="dist" defTabSz="914400" eaLnBrk="1" fontAlgn="base" latinLnBrk="0" hangingPunct="1">
        <a:spcBef>
          <a:spcPct val="0"/>
        </a:spcBef>
        <a:spcAft>
          <a:spcPct val="0"/>
        </a:spcAft>
        <a:buFont typeface="Arial" panose="020B0604020202020204" pitchFamily="34" charset="0"/>
        <a:buNone/>
        <a:defRPr sz="2400" b="0" i="0" u="none" kern="1200" baseline="0">
          <a:solidFill>
            <a:schemeClr val="tx1"/>
          </a:solidFill>
          <a:latin typeface="+mn-lt"/>
          <a:ea typeface="+mn-ea"/>
          <a:cs typeface="+mn-cs"/>
        </a:defRPr>
      </a:lvl1pPr>
      <a:lvl2pPr marL="457200" lvl="1" indent="0" algn="l" defTabSz="914400" eaLnBrk="0" fontAlgn="base" latinLnBrk="0" hangingPunct="0">
        <a:spcBef>
          <a:spcPct val="0"/>
        </a:spcBef>
        <a:spcAft>
          <a:spcPct val="0"/>
        </a:spcAft>
        <a:buFont typeface="Arial" panose="020B0604020202020204" pitchFamily="34" charset="0"/>
        <a:buNone/>
        <a:defRPr sz="1800" b="0" i="0" u="none" kern="1200" baseline="0">
          <a:solidFill>
            <a:schemeClr val="tx1"/>
          </a:solidFill>
          <a:latin typeface="+mn-lt"/>
          <a:ea typeface="+mn-ea"/>
          <a:cs typeface="+mn-cs"/>
        </a:defRPr>
      </a:lvl2pPr>
      <a:lvl3pPr marL="914400" lvl="2" indent="0" algn="l" defTabSz="914400" eaLnBrk="0" fontAlgn="base" latinLnBrk="0" hangingPunct="0">
        <a:spcBef>
          <a:spcPct val="0"/>
        </a:spcBef>
        <a:spcAft>
          <a:spcPct val="0"/>
        </a:spcAft>
        <a:buFont typeface="Arial" panose="020B0604020202020204" pitchFamily="34" charset="0"/>
        <a:buNone/>
        <a:defRPr sz="1800" b="0" i="0" u="none" kern="1200" baseline="0">
          <a:solidFill>
            <a:schemeClr val="tx1"/>
          </a:solidFill>
          <a:latin typeface="+mn-lt"/>
          <a:ea typeface="+mn-ea"/>
          <a:cs typeface="+mn-cs"/>
        </a:defRPr>
      </a:lvl3pPr>
      <a:lvl4pPr marL="1371600" lvl="3" indent="0" algn="l" defTabSz="914400" eaLnBrk="0" fontAlgn="base" latinLnBrk="0" hangingPunct="0">
        <a:spcBef>
          <a:spcPct val="0"/>
        </a:spcBef>
        <a:spcAft>
          <a:spcPct val="0"/>
        </a:spcAft>
        <a:buFont typeface="Arial" panose="020B0604020202020204" pitchFamily="34" charset="0"/>
        <a:buNone/>
        <a:defRPr sz="1800" b="0" i="0" u="none" kern="1200" baseline="0">
          <a:solidFill>
            <a:schemeClr val="tx1"/>
          </a:solidFill>
          <a:latin typeface="+mn-lt"/>
          <a:ea typeface="+mn-ea"/>
          <a:cs typeface="+mn-cs"/>
        </a:defRPr>
      </a:lvl4pPr>
      <a:lvl5pPr marL="1828800" lvl="4" indent="0" algn="l" defTabSz="914400" eaLnBrk="0" fontAlgn="base" latinLnBrk="0" hangingPunct="0">
        <a:spcBef>
          <a:spcPct val="0"/>
        </a:spcBef>
        <a:spcAft>
          <a:spcPct val="0"/>
        </a:spcAft>
        <a:buFont typeface="Arial" panose="020B0604020202020204" pitchFamily="34" charset="0"/>
        <a:buNone/>
        <a:defRPr sz="1800" b="0" i="0" u="none" kern="1200" baseline="0">
          <a:solidFill>
            <a:schemeClr val="tx1"/>
          </a:solidFill>
          <a:latin typeface="+mn-lt"/>
          <a:ea typeface="+mn-ea"/>
          <a:cs typeface="+mn-cs"/>
        </a:defRPr>
      </a:lvl5pPr>
      <a:lvl6pPr marL="2286000" lvl="5" indent="0" algn="l" defTabSz="914400" eaLnBrk="0" fontAlgn="base" latinLnBrk="0" hangingPunct="0">
        <a:spcBef>
          <a:spcPct val="0"/>
        </a:spcBef>
        <a:spcAft>
          <a:spcPct val="0"/>
        </a:spcAft>
        <a:buFont typeface="Arial" panose="020B0604020202020204" pitchFamily="34" charset="0"/>
        <a:buNone/>
        <a:defRPr sz="1800" b="0" i="0" u="none" kern="1200" baseline="0">
          <a:solidFill>
            <a:schemeClr val="tx1"/>
          </a:solidFill>
          <a:latin typeface="+mn-lt"/>
          <a:ea typeface="+mn-ea"/>
          <a:cs typeface="+mn-cs"/>
        </a:defRPr>
      </a:lvl6pPr>
      <a:lvl7pPr marL="2743200" lvl="6" indent="0" algn="l" defTabSz="914400" eaLnBrk="0" fontAlgn="base" latinLnBrk="0" hangingPunct="0">
        <a:spcBef>
          <a:spcPct val="0"/>
        </a:spcBef>
        <a:spcAft>
          <a:spcPct val="0"/>
        </a:spcAft>
        <a:buFont typeface="Arial" panose="020B0604020202020204" pitchFamily="34" charset="0"/>
        <a:buNone/>
        <a:defRPr sz="1800" b="0" i="0" u="none" kern="1200" baseline="0">
          <a:solidFill>
            <a:schemeClr val="tx1"/>
          </a:solidFill>
          <a:latin typeface="+mn-lt"/>
          <a:ea typeface="+mn-ea"/>
          <a:cs typeface="+mn-cs"/>
        </a:defRPr>
      </a:lvl7pPr>
      <a:lvl8pPr marL="3200400" lvl="7" indent="0" algn="l" defTabSz="914400" eaLnBrk="0" fontAlgn="base" latinLnBrk="0" hangingPunct="0">
        <a:spcBef>
          <a:spcPct val="0"/>
        </a:spcBef>
        <a:spcAft>
          <a:spcPct val="0"/>
        </a:spcAft>
        <a:buFont typeface="Arial" panose="020B0604020202020204" pitchFamily="34" charset="0"/>
        <a:buNone/>
        <a:defRPr sz="1800" b="0" i="0" u="none" kern="1200" baseline="0">
          <a:solidFill>
            <a:schemeClr val="tx1"/>
          </a:solidFill>
          <a:latin typeface="+mn-lt"/>
          <a:ea typeface="+mn-ea"/>
          <a:cs typeface="+mn-cs"/>
        </a:defRPr>
      </a:lvl8pPr>
      <a:lvl9pPr marL="3657600" lvl="8" indent="0" algn="l" defTabSz="914400" eaLnBrk="0" fontAlgn="base" latinLnBrk="0" hangingPunct="0">
        <a:spcBef>
          <a:spcPct val="0"/>
        </a:spcBef>
        <a:spcAft>
          <a:spcPct val="0"/>
        </a:spcAft>
        <a:buFont typeface="Arial" panose="020B0604020202020204" pitchFamily="34" charset="0"/>
        <a:buNone/>
        <a:defRPr sz="1800" b="0" i="0" u="none" kern="1200" baseline="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slideLayout" Target="../slideLayouts/slideLayout2.xml"/><Relationship Id="rId7" Type="http://schemas.openxmlformats.org/officeDocument/2006/relationships/image" Target="../media/image11.png"/><Relationship Id="rId2" Type="http://schemas.openxmlformats.org/officeDocument/2006/relationships/audio" Target="../media/media1.mp3"/><Relationship Id="rId1" Type="http://schemas.microsoft.com/office/2007/relationships/media" Target="../media/media1.mp3"/><Relationship Id="rId6" Type="http://schemas.openxmlformats.org/officeDocument/2006/relationships/image" Target="../media/image10.jpeg"/><Relationship Id="rId5" Type="http://schemas.openxmlformats.org/officeDocument/2006/relationships/image" Target="../media/image8.jpeg"/><Relationship Id="rId4" Type="http://schemas.openxmlformats.org/officeDocument/2006/relationships/notesSlide" Target="../notesSlides/notesSlide2.xml"/></Relationships>
</file>

<file path=ppt/slides/_rels/slide24.xml.rels><?xml version="1.0" encoding="UTF-8" standalone="yes"?>
<Relationships xmlns="http://schemas.openxmlformats.org/package/2006/relationships"><Relationship Id="rId3" Type="http://schemas.openxmlformats.org/officeDocument/2006/relationships/slideLayout" Target="../slideLayouts/slideLayout2.xml"/><Relationship Id="rId7" Type="http://schemas.openxmlformats.org/officeDocument/2006/relationships/image" Target="../media/image11.png"/><Relationship Id="rId2" Type="http://schemas.openxmlformats.org/officeDocument/2006/relationships/audio" Target="../media/media1.mp3"/><Relationship Id="rId1" Type="http://schemas.microsoft.com/office/2007/relationships/media" Target="../media/media1.mp3"/><Relationship Id="rId6" Type="http://schemas.openxmlformats.org/officeDocument/2006/relationships/image" Target="../media/image10.jpeg"/><Relationship Id="rId5" Type="http://schemas.openxmlformats.org/officeDocument/2006/relationships/image" Target="../media/image8.jpeg"/><Relationship Id="rId4" Type="http://schemas.openxmlformats.org/officeDocument/2006/relationships/notesSlide" Target="../notesSlides/notesSlide3.xml"/></Relationships>
</file>

<file path=ppt/slides/_rels/slide25.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10.jpeg"/></Relationships>
</file>

<file path=ppt/slides/_rels/slide26.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10.jpeg"/></Relationships>
</file>

<file path=ppt/slides/_rels/slide27.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10.jpeg"/></Relationships>
</file>

<file path=ppt/slides/_rels/slide28.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12.jpeg"/><Relationship Id="rId4" Type="http://schemas.openxmlformats.org/officeDocument/2006/relationships/image" Target="../media/image10.jpeg"/></Relationships>
</file>

<file path=ppt/slides/_rels/slide29.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10.jpeg"/></Relationships>
</file>

<file path=ppt/slides/_rels/slide30.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13.png"/><Relationship Id="rId4" Type="http://schemas.openxmlformats.org/officeDocument/2006/relationships/image" Target="../media/image10.jpe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7" name="Rectangle 2"/>
          <p:cNvSpPr>
            <a:spLocks noGrp="1"/>
          </p:cNvSpPr>
          <p:nvPr>
            <p:ph type="title" idx="4294967295"/>
          </p:nvPr>
        </p:nvSpPr>
        <p:spPr>
          <a:xfrm>
            <a:off x="323850" y="644525"/>
            <a:ext cx="8445500" cy="2430463"/>
          </a:xfrm>
        </p:spPr>
        <p:txBody>
          <a:bodyPr vert="horz" wrap="square" lIns="91440" tIns="45720" rIns="91440" bIns="45720" anchor="ctr" anchorCtr="0"/>
          <a:lstStyle/>
          <a:p>
            <a:r>
              <a:rPr lang="zh-CN" altLang="en-US" sz="3600" dirty="0">
                <a:solidFill>
                  <a:schemeClr val="bg1"/>
                </a:solidFill>
                <a:latin typeface="微软雅黑" panose="020B0503020204020204" pitchFamily="34" charset="-122"/>
                <a:ea typeface="微软雅黑" panose="020B0503020204020204" pitchFamily="34" charset="-122"/>
              </a:rPr>
              <a:t>第七讲</a:t>
            </a:r>
            <a:r>
              <a:rPr lang="zh-CN" altLang="en-US" sz="4800" dirty="0">
                <a:solidFill>
                  <a:schemeClr val="bg1"/>
                </a:solidFill>
                <a:ea typeface="华文琥珀" panose="02010800040101010101" pitchFamily="2" charset="-122"/>
              </a:rPr>
              <a:t/>
            </a:r>
            <a:br>
              <a:rPr lang="zh-CN" altLang="en-US" sz="4800" dirty="0">
                <a:solidFill>
                  <a:schemeClr val="bg1"/>
                </a:solidFill>
                <a:ea typeface="华文琥珀" panose="02010800040101010101" pitchFamily="2" charset="-122"/>
              </a:rPr>
            </a:br>
            <a:r>
              <a:rPr lang="zh-CN" altLang="en-US" sz="4800" dirty="0">
                <a:solidFill>
                  <a:schemeClr val="bg1"/>
                </a:solidFill>
                <a:latin typeface="华文细黑" panose="02010600040101010101" pitchFamily="2" charset="-122"/>
                <a:ea typeface="华文细黑" panose="02010600040101010101" pitchFamily="2" charset="-122"/>
              </a:rPr>
              <a:t>大上海回到人民手中</a:t>
            </a:r>
          </a:p>
        </p:txBody>
      </p:sp>
      <p:sp>
        <p:nvSpPr>
          <p:cNvPr id="4098" name="Rectangle 3"/>
          <p:cNvSpPr>
            <a:spLocks noGrp="1"/>
          </p:cNvSpPr>
          <p:nvPr>
            <p:ph idx="4294967295"/>
          </p:nvPr>
        </p:nvSpPr>
        <p:spPr>
          <a:xfrm>
            <a:off x="611188" y="3068638"/>
            <a:ext cx="8229600" cy="3528714"/>
          </a:xfrm>
        </p:spPr>
        <p:txBody>
          <a:bodyPr vert="horz" wrap="square" lIns="91440" tIns="45720" rIns="91440" bIns="45720" anchor="t" anchorCtr="0"/>
          <a:lstStyle/>
          <a:p>
            <a:pPr algn="ctr">
              <a:lnSpc>
                <a:spcPct val="90000"/>
              </a:lnSpc>
              <a:buNone/>
            </a:pPr>
            <a:endParaRPr lang="en-US" altLang="zh-CN" b="1" dirty="0">
              <a:solidFill>
                <a:schemeClr val="bg1"/>
              </a:solidFill>
              <a:latin typeface="仿宋_GB2312" pitchFamily="49" charset="-122"/>
              <a:ea typeface="仿宋_GB2312" pitchFamily="49" charset="-122"/>
            </a:endParaRPr>
          </a:p>
          <a:p>
            <a:pPr algn="ctr">
              <a:lnSpc>
                <a:spcPct val="90000"/>
              </a:lnSpc>
              <a:buNone/>
            </a:pPr>
            <a:r>
              <a:rPr lang="zh-CN" altLang="en-US" sz="2800" b="1" dirty="0">
                <a:solidFill>
                  <a:schemeClr val="bg1"/>
                </a:solidFill>
                <a:latin typeface="楷体_GB2312" pitchFamily="49" charset="-122"/>
                <a:ea typeface="楷体_GB2312" pitchFamily="49" charset="-122"/>
                <a:sym typeface="+mn-ea"/>
              </a:rPr>
              <a:t>上海市中共党史学会副会长</a:t>
            </a:r>
          </a:p>
          <a:p>
            <a:pPr algn="ctr">
              <a:lnSpc>
                <a:spcPct val="90000"/>
              </a:lnSpc>
              <a:buNone/>
            </a:pPr>
            <a:r>
              <a:rPr lang="zh-CN" altLang="en-US" sz="2800" b="1" dirty="0">
                <a:solidFill>
                  <a:schemeClr val="bg1"/>
                </a:solidFill>
                <a:latin typeface="楷体_GB2312" pitchFamily="49" charset="-122"/>
                <a:ea typeface="楷体_GB2312" pitchFamily="49" charset="-122"/>
              </a:rPr>
              <a:t>中共上海市委党史研究室</a:t>
            </a:r>
            <a:r>
              <a:rPr lang="zh-CN" altLang="en-US" sz="2800" b="1" dirty="0" smtClean="0">
                <a:solidFill>
                  <a:schemeClr val="bg1"/>
                </a:solidFill>
                <a:latin typeface="楷体_GB2312" pitchFamily="49" charset="-122"/>
                <a:ea typeface="楷体_GB2312" pitchFamily="49" charset="-122"/>
              </a:rPr>
              <a:t>特约研究员</a:t>
            </a:r>
            <a:endParaRPr lang="en-US" altLang="zh-CN" sz="2800" b="1" dirty="0">
              <a:solidFill>
                <a:schemeClr val="bg1"/>
              </a:solidFill>
              <a:latin typeface="楷体_GB2312" pitchFamily="49" charset="-122"/>
              <a:ea typeface="楷体_GB2312" pitchFamily="49" charset="-122"/>
            </a:endParaRPr>
          </a:p>
          <a:p>
            <a:pPr algn="ctr">
              <a:lnSpc>
                <a:spcPct val="90000"/>
              </a:lnSpc>
              <a:buNone/>
            </a:pPr>
            <a:endParaRPr lang="en-US" altLang="zh-CN" b="1" dirty="0">
              <a:solidFill>
                <a:schemeClr val="bg1"/>
              </a:solidFill>
              <a:latin typeface="楷体_GB2312" pitchFamily="49" charset="-122"/>
              <a:ea typeface="楷体_GB2312" pitchFamily="49" charset="-122"/>
            </a:endParaRPr>
          </a:p>
          <a:p>
            <a:pPr algn="ctr">
              <a:lnSpc>
                <a:spcPct val="90000"/>
              </a:lnSpc>
              <a:buNone/>
            </a:pPr>
            <a:r>
              <a:rPr lang="zh-CN" altLang="en-US" sz="2800" b="1" dirty="0">
                <a:solidFill>
                  <a:schemeClr val="bg1"/>
                </a:solidFill>
                <a:latin typeface="楷体" panose="02010609060101010101" pitchFamily="49" charset="-122"/>
                <a:ea typeface="楷体" panose="02010609060101010101" pitchFamily="49" charset="-122"/>
              </a:rPr>
              <a:t>徐光</a:t>
            </a:r>
            <a:r>
              <a:rPr lang="zh-CN" altLang="en-US" sz="2800" b="1" dirty="0" smtClean="0">
                <a:solidFill>
                  <a:schemeClr val="bg1"/>
                </a:solidFill>
                <a:latin typeface="楷体" panose="02010609060101010101" pitchFamily="49" charset="-122"/>
                <a:ea typeface="楷体" panose="02010609060101010101" pitchFamily="49" charset="-122"/>
              </a:rPr>
              <a:t>寿</a:t>
            </a:r>
            <a:endParaRPr lang="en-US" altLang="zh-CN" sz="2800" b="1" dirty="0" smtClean="0">
              <a:solidFill>
                <a:schemeClr val="bg1"/>
              </a:solidFill>
              <a:latin typeface="楷体" panose="02010609060101010101" pitchFamily="49" charset="-122"/>
              <a:ea typeface="楷体" panose="02010609060101010101" pitchFamily="49" charset="-122"/>
            </a:endParaRPr>
          </a:p>
          <a:p>
            <a:pPr algn="ctr">
              <a:lnSpc>
                <a:spcPct val="90000"/>
              </a:lnSpc>
              <a:buNone/>
            </a:pPr>
            <a:r>
              <a:rPr lang="zh-CN" altLang="en-US" sz="2800" b="1" dirty="0" smtClean="0">
                <a:solidFill>
                  <a:schemeClr val="bg1"/>
                </a:solidFill>
                <a:latin typeface="楷体" panose="02010609060101010101" pitchFamily="49" charset="-122"/>
                <a:ea typeface="楷体" panose="02010609060101010101" pitchFamily="49" charset="-122"/>
              </a:rPr>
              <a:t>教授  博士生导师</a:t>
            </a:r>
            <a:endParaRPr lang="zh-CN" altLang="en-US" sz="2800" b="1" dirty="0">
              <a:solidFill>
                <a:schemeClr val="bg1"/>
              </a:solidFill>
              <a:latin typeface="楷体" panose="02010609060101010101" pitchFamily="49" charset="-122"/>
              <a:ea typeface="楷体" panose="02010609060101010101" pitchFamily="49" charset="-122"/>
            </a:endParaRPr>
          </a:p>
          <a:p>
            <a:pPr algn="ctr">
              <a:lnSpc>
                <a:spcPct val="90000"/>
              </a:lnSpc>
              <a:buNone/>
            </a:pPr>
            <a:r>
              <a:rPr lang="en-US" altLang="zh-CN" sz="2800" b="1" dirty="0">
                <a:solidFill>
                  <a:schemeClr val="bg1"/>
                </a:solidFill>
                <a:latin typeface="楷体" panose="02010609060101010101" pitchFamily="49" charset="-122"/>
                <a:ea typeface="楷体" panose="02010609060101010101" pitchFamily="49" charset="-122"/>
              </a:rPr>
              <a:t>2025</a:t>
            </a:r>
            <a:r>
              <a:rPr lang="zh-CN" altLang="en-US" sz="2800" b="1" dirty="0" smtClean="0">
                <a:solidFill>
                  <a:schemeClr val="bg1"/>
                </a:solidFill>
                <a:latin typeface="楷体" panose="02010609060101010101" pitchFamily="49" charset="-122"/>
                <a:ea typeface="楷体" panose="02010609060101010101" pitchFamily="49" charset="-122"/>
              </a:rPr>
              <a:t>年</a:t>
            </a:r>
            <a:r>
              <a:rPr lang="en-US" altLang="zh-CN" sz="2800" b="1" dirty="0" smtClean="0">
                <a:solidFill>
                  <a:schemeClr val="bg1"/>
                </a:solidFill>
                <a:latin typeface="楷体" panose="02010609060101010101" pitchFamily="49" charset="-122"/>
                <a:ea typeface="楷体" panose="02010609060101010101" pitchFamily="49" charset="-122"/>
              </a:rPr>
              <a:t>12</a:t>
            </a:r>
            <a:r>
              <a:rPr lang="zh-CN" altLang="en-US" sz="2800" b="1" dirty="0" smtClean="0">
                <a:solidFill>
                  <a:schemeClr val="bg1"/>
                </a:solidFill>
                <a:latin typeface="楷体" panose="02010609060101010101" pitchFamily="49" charset="-122"/>
                <a:ea typeface="楷体" panose="02010609060101010101" pitchFamily="49" charset="-122"/>
              </a:rPr>
              <a:t>月</a:t>
            </a:r>
            <a:r>
              <a:rPr lang="en-US" altLang="zh-CN" sz="2800" b="1" dirty="0" smtClean="0">
                <a:solidFill>
                  <a:schemeClr val="bg1"/>
                </a:solidFill>
                <a:latin typeface="楷体" panose="02010609060101010101" pitchFamily="49" charset="-122"/>
                <a:ea typeface="楷体" panose="02010609060101010101" pitchFamily="49" charset="-122"/>
              </a:rPr>
              <a:t>25</a:t>
            </a:r>
            <a:r>
              <a:rPr lang="zh-CN" altLang="en-US" sz="2800" b="1" dirty="0" smtClean="0">
                <a:solidFill>
                  <a:schemeClr val="bg1"/>
                </a:solidFill>
                <a:latin typeface="楷体" panose="02010609060101010101" pitchFamily="49" charset="-122"/>
                <a:ea typeface="楷体" panose="02010609060101010101" pitchFamily="49" charset="-122"/>
              </a:rPr>
              <a:t>日第十稿</a:t>
            </a:r>
            <a:endParaRPr lang="zh-CN" altLang="en-US" sz="2800" b="1" dirty="0">
              <a:solidFill>
                <a:schemeClr val="bg1"/>
              </a:solidFill>
              <a:latin typeface="楷体" panose="02010609060101010101" pitchFamily="49" charset="-122"/>
              <a:ea typeface="楷体" panose="02010609060101010101" pitchFamily="49" charset="-122"/>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9" name="矩形 1"/>
          <p:cNvSpPr/>
          <p:nvPr/>
        </p:nvSpPr>
        <p:spPr>
          <a:xfrm>
            <a:off x="1571625" y="571500"/>
            <a:ext cx="5500688" cy="708025"/>
          </a:xfrm>
          <a:prstGeom prst="rect">
            <a:avLst/>
          </a:prstGeom>
          <a:noFill/>
          <a:ln w="9525">
            <a:noFill/>
          </a:ln>
        </p:spPr>
        <p:txBody>
          <a:bodyPr anchor="t" anchorCtr="0">
            <a:spAutoFit/>
          </a:bodyPr>
          <a:lstStyle/>
          <a:p>
            <a:pPr algn="ctr">
              <a:buFont typeface="Arial" panose="020B0604020202020204" pitchFamily="34" charset="0"/>
            </a:pPr>
            <a:r>
              <a:rPr lang="zh-CN" altLang="en-US" sz="4000" b="1" dirty="0">
                <a:solidFill>
                  <a:schemeClr val="bg1"/>
                </a:solidFill>
                <a:latin typeface="Calibri" panose="020F0502020204030204" pitchFamily="34" charset="0"/>
                <a:ea typeface="宋体" panose="02010600030101010101" pitchFamily="2" charset="-122"/>
              </a:rPr>
              <a:t>三个问题</a:t>
            </a:r>
            <a:endParaRPr lang="en-US" altLang="zh-CN" sz="4000" b="1" dirty="0">
              <a:solidFill>
                <a:schemeClr val="bg1"/>
              </a:solidFill>
              <a:latin typeface="Calibri" panose="020F0502020204030204" pitchFamily="34" charset="0"/>
              <a:ea typeface="宋体" panose="02010600030101010101" pitchFamily="2" charset="-122"/>
            </a:endParaRPr>
          </a:p>
        </p:txBody>
      </p:sp>
      <p:sp>
        <p:nvSpPr>
          <p:cNvPr id="7170" name="矩形 2"/>
          <p:cNvSpPr/>
          <p:nvPr/>
        </p:nvSpPr>
        <p:spPr>
          <a:xfrm>
            <a:off x="250825" y="1989138"/>
            <a:ext cx="8582025" cy="2861310"/>
          </a:xfrm>
          <a:prstGeom prst="rect">
            <a:avLst/>
          </a:prstGeom>
          <a:noFill/>
          <a:ln w="9525">
            <a:noFill/>
          </a:ln>
        </p:spPr>
        <p:txBody>
          <a:bodyPr anchor="t" anchorCtr="0">
            <a:spAutoFit/>
          </a:bodyPr>
          <a:lstStyle/>
          <a:p>
            <a:pPr>
              <a:buFont typeface="Arial" panose="020B0604020202020204" pitchFamily="34" charset="0"/>
            </a:pPr>
            <a:r>
              <a:rPr lang="zh-CN" altLang="en-US" sz="3600" b="1" dirty="0">
                <a:solidFill>
                  <a:schemeClr val="bg1"/>
                </a:solidFill>
                <a:latin typeface="宋体" panose="02010600030101010101" pitchFamily="2" charset="-122"/>
                <a:ea typeface="宋体" panose="02010600030101010101" pitchFamily="2" charset="-122"/>
              </a:rPr>
              <a:t>一、抗战胜利前夕中共夺取大上海的尝试</a:t>
            </a:r>
            <a:endParaRPr lang="en-US" altLang="zh-CN" sz="3600" b="1" dirty="0">
              <a:solidFill>
                <a:schemeClr val="bg1"/>
              </a:solidFill>
              <a:latin typeface="宋体" panose="02010600030101010101" pitchFamily="2" charset="-122"/>
              <a:ea typeface="宋体" panose="02010600030101010101" pitchFamily="2" charset="-122"/>
            </a:endParaRPr>
          </a:p>
          <a:p>
            <a:pPr>
              <a:buFont typeface="Arial" panose="020B0604020202020204" pitchFamily="34" charset="0"/>
            </a:pPr>
            <a:endParaRPr lang="en-US" altLang="zh-CN" sz="3600" b="1" dirty="0">
              <a:solidFill>
                <a:schemeClr val="bg1"/>
              </a:solidFill>
              <a:latin typeface="宋体" panose="02010600030101010101" pitchFamily="2" charset="-122"/>
              <a:ea typeface="宋体" panose="02010600030101010101" pitchFamily="2" charset="-122"/>
            </a:endParaRPr>
          </a:p>
          <a:p>
            <a:pPr>
              <a:buFont typeface="Arial" panose="020B0604020202020204" pitchFamily="34" charset="0"/>
            </a:pPr>
            <a:r>
              <a:rPr lang="zh-CN" altLang="en-US" sz="3600" b="1" dirty="0">
                <a:solidFill>
                  <a:schemeClr val="bg1"/>
                </a:solidFill>
                <a:latin typeface="宋体" panose="02010600030101010101" pitchFamily="2" charset="-122"/>
                <a:ea typeface="宋体" panose="02010600030101010101" pitchFamily="2" charset="-122"/>
              </a:rPr>
              <a:t>二、</a:t>
            </a:r>
            <a:r>
              <a:rPr lang="zh-CN" altLang="en-US" sz="3600" b="1" dirty="0">
                <a:solidFill>
                  <a:schemeClr val="bg1"/>
                </a:solidFill>
                <a:latin typeface="宋体" panose="02010600030101010101" pitchFamily="2" charset="-122"/>
                <a:sym typeface="+mn-ea"/>
              </a:rPr>
              <a:t>迎接大上海解放党在上海的不懈努力</a:t>
            </a:r>
            <a:endParaRPr lang="en-US" altLang="zh-CN" sz="3600" b="1" dirty="0">
              <a:solidFill>
                <a:schemeClr val="bg1"/>
              </a:solidFill>
              <a:latin typeface="宋体" panose="02010600030101010101" pitchFamily="2" charset="-122"/>
              <a:ea typeface="宋体" panose="02010600030101010101" pitchFamily="2" charset="-122"/>
            </a:endParaRPr>
          </a:p>
          <a:p>
            <a:pPr>
              <a:buFont typeface="Arial" panose="020B0604020202020204" pitchFamily="34" charset="0"/>
            </a:pPr>
            <a:endParaRPr lang="en-US" altLang="zh-CN" sz="3600" b="1" dirty="0">
              <a:solidFill>
                <a:schemeClr val="bg1"/>
              </a:solidFill>
              <a:latin typeface="宋体" panose="02010600030101010101" pitchFamily="2" charset="-122"/>
              <a:ea typeface="宋体" panose="02010600030101010101" pitchFamily="2" charset="-122"/>
            </a:endParaRPr>
          </a:p>
          <a:p>
            <a:pPr>
              <a:buFont typeface="Arial" panose="020B0604020202020204" pitchFamily="34" charset="0"/>
            </a:pPr>
            <a:r>
              <a:rPr lang="zh-CN" altLang="en-US" sz="3600" b="1" dirty="0">
                <a:solidFill>
                  <a:schemeClr val="bg1"/>
                </a:solidFill>
                <a:latin typeface="宋体" panose="02010600030101010101" pitchFamily="2" charset="-122"/>
                <a:ea typeface="宋体" panose="02010600030101010101" pitchFamily="2" charset="-122"/>
              </a:rPr>
              <a:t>三、光明的摇篮：大上海回到人民手中</a:t>
            </a: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3" name="Rectangle 2"/>
          <p:cNvSpPr>
            <a:spLocks noGrp="1"/>
          </p:cNvSpPr>
          <p:nvPr>
            <p:ph type="title" idx="4294967295"/>
          </p:nvPr>
        </p:nvSpPr>
        <p:spPr>
          <a:xfrm>
            <a:off x="266700" y="285750"/>
            <a:ext cx="8669338" cy="1143000"/>
          </a:xfrm>
        </p:spPr>
        <p:txBody>
          <a:bodyPr vert="horz" wrap="square" lIns="91440" tIns="45720" rIns="91440" bIns="45720" anchor="ctr" anchorCtr="0"/>
          <a:lstStyle/>
          <a:p>
            <a:pPr algn="l"/>
            <a:r>
              <a:rPr lang="zh-CN" altLang="en-US" sz="3600" b="1" dirty="0">
                <a:solidFill>
                  <a:schemeClr val="bg1"/>
                </a:solidFill>
                <a:latin typeface="宋体" panose="02010600030101010101" pitchFamily="2" charset="-122"/>
              </a:rPr>
              <a:t>一、抗战胜利前夕中共夺取大上海的尝试</a:t>
            </a:r>
          </a:p>
        </p:txBody>
      </p:sp>
      <p:sp>
        <p:nvSpPr>
          <p:cNvPr id="8194" name="Rectangle 3"/>
          <p:cNvSpPr>
            <a:spLocks noGrp="1"/>
          </p:cNvSpPr>
          <p:nvPr>
            <p:ph idx="4294967295"/>
          </p:nvPr>
        </p:nvSpPr>
        <p:spPr>
          <a:xfrm>
            <a:off x="500063" y="1857375"/>
            <a:ext cx="8435975" cy="4286250"/>
          </a:xfrm>
        </p:spPr>
        <p:txBody>
          <a:bodyPr vert="horz" wrap="square" lIns="91440" tIns="45720" rIns="91440" bIns="45720" anchor="t" anchorCtr="0"/>
          <a:lstStyle/>
          <a:p>
            <a:endParaRPr lang="zh-CN" altLang="en-US" b="1" dirty="0">
              <a:solidFill>
                <a:schemeClr val="bg1"/>
              </a:solidFill>
              <a:latin typeface="楷体_GB2312" pitchFamily="49" charset="-122"/>
              <a:ea typeface="楷体_GB2312" pitchFamily="49" charset="-122"/>
            </a:endParaRPr>
          </a:p>
          <a:p>
            <a:r>
              <a:rPr lang="zh-CN" altLang="en-US" b="1" dirty="0">
                <a:solidFill>
                  <a:schemeClr val="bg1"/>
                </a:solidFill>
                <a:latin typeface="楷体_GB2312" pitchFamily="49" charset="-122"/>
                <a:ea typeface="楷体_GB2312" pitchFamily="49" charset="-122"/>
              </a:rPr>
              <a:t>（一）抗战初期</a:t>
            </a:r>
            <a:r>
              <a:rPr lang="zh-CN" altLang="en-US" b="1" dirty="0">
                <a:solidFill>
                  <a:schemeClr val="bg1"/>
                </a:solidFill>
                <a:latin typeface="楷体_GB2312" pitchFamily="49" charset="-122"/>
                <a:ea typeface="楷体_GB2312" pitchFamily="49" charset="-122"/>
                <a:sym typeface="+mn-ea"/>
              </a:rPr>
              <a:t>周恩来在上海的公开活动</a:t>
            </a:r>
            <a:endParaRPr lang="en-US" altLang="zh-CN" b="1" dirty="0" smtClean="0">
              <a:solidFill>
                <a:schemeClr val="bg1"/>
              </a:solidFill>
              <a:latin typeface="楷体_GB2312" pitchFamily="49" charset="-122"/>
              <a:ea typeface="楷体_GB2312" pitchFamily="49" charset="-122"/>
            </a:endParaRPr>
          </a:p>
          <a:p>
            <a:r>
              <a:rPr lang="zh-CN" altLang="en-US" b="1" dirty="0" smtClean="0">
                <a:solidFill>
                  <a:schemeClr val="bg1"/>
                </a:solidFill>
                <a:latin typeface="楷体_GB2312" pitchFamily="49" charset="-122"/>
                <a:ea typeface="楷体_GB2312" pitchFamily="49" charset="-122"/>
              </a:rPr>
              <a:t>（二）</a:t>
            </a:r>
            <a:r>
              <a:rPr lang="zh-CN" altLang="en-US" b="1" dirty="0">
                <a:solidFill>
                  <a:schemeClr val="bg1"/>
                </a:solidFill>
                <a:latin typeface="楷体_GB2312" pitchFamily="49" charset="-122"/>
                <a:ea typeface="楷体_GB2312" pitchFamily="49" charset="-122"/>
                <a:sym typeface="+mn-ea"/>
              </a:rPr>
              <a:t>抗日战争局部反攻局面的形成</a:t>
            </a:r>
            <a:endParaRPr lang="zh-CN" altLang="en-US" b="1" dirty="0" smtClean="0">
              <a:solidFill>
                <a:schemeClr val="bg1"/>
              </a:solidFill>
              <a:latin typeface="楷体_GB2312" pitchFamily="49" charset="-122"/>
              <a:ea typeface="楷体_GB2312" pitchFamily="49" charset="-122"/>
            </a:endParaRPr>
          </a:p>
          <a:p>
            <a:r>
              <a:rPr lang="zh-CN" altLang="en-US" b="1" dirty="0" smtClean="0">
                <a:solidFill>
                  <a:schemeClr val="bg1"/>
                </a:solidFill>
                <a:latin typeface="楷体_GB2312" pitchFamily="49" charset="-122"/>
                <a:ea typeface="楷体_GB2312" pitchFamily="49" charset="-122"/>
              </a:rPr>
              <a:t>（三）</a:t>
            </a:r>
            <a:r>
              <a:rPr lang="zh-CN" altLang="en-US" b="1" dirty="0" smtClean="0">
                <a:solidFill>
                  <a:schemeClr val="bg1"/>
                </a:solidFill>
                <a:latin typeface="楷体_GB2312" pitchFamily="49" charset="-122"/>
                <a:ea typeface="楷体_GB2312" pitchFamily="49" charset="-122"/>
                <a:sym typeface="+mn-ea"/>
              </a:rPr>
              <a:t>中共中央部署夺取大上海</a:t>
            </a:r>
            <a:endParaRPr lang="zh-CN" altLang="en-US" b="1" dirty="0">
              <a:solidFill>
                <a:schemeClr val="bg1"/>
              </a:solidFill>
              <a:latin typeface="楷体_GB2312" pitchFamily="49" charset="-122"/>
              <a:ea typeface="楷体_GB2312" pitchFamily="49" charset="-122"/>
            </a:endParaRPr>
          </a:p>
          <a:p>
            <a:r>
              <a:rPr lang="zh-CN" altLang="en-US" b="1" dirty="0">
                <a:solidFill>
                  <a:schemeClr val="bg1"/>
                </a:solidFill>
                <a:latin typeface="楷体_GB2312" pitchFamily="49" charset="-122"/>
                <a:ea typeface="楷体_GB2312" pitchFamily="49" charset="-122"/>
              </a:rPr>
              <a:t>（四）</a:t>
            </a:r>
            <a:r>
              <a:rPr lang="zh-CN" altLang="en-US" b="1" dirty="0">
                <a:solidFill>
                  <a:schemeClr val="bg1"/>
                </a:solidFill>
                <a:latin typeface="楷体_GB2312" pitchFamily="49" charset="-122"/>
                <a:ea typeface="楷体_GB2312" pitchFamily="49" charset="-122"/>
                <a:sym typeface="+mn-ea"/>
              </a:rPr>
              <a:t>夺取大上海计划被最终放弃</a:t>
            </a:r>
            <a:endParaRPr lang="zh-CN" altLang="en-US" b="1" dirty="0">
              <a:solidFill>
                <a:schemeClr val="bg1"/>
              </a:solidFill>
              <a:latin typeface="楷体_GB2312" pitchFamily="49" charset="-122"/>
              <a:ea typeface="楷体_GB2312" pitchFamily="49" charset="-122"/>
            </a:endParaRPr>
          </a:p>
          <a:p>
            <a:pPr marL="0" indent="0">
              <a:buNone/>
            </a:pPr>
            <a:endParaRPr lang="zh-CN" altLang="en-US" b="1" dirty="0">
              <a:solidFill>
                <a:schemeClr val="bg1"/>
              </a:solidFill>
              <a:latin typeface="楷体_GB2312" pitchFamily="49" charset="-122"/>
              <a:ea typeface="楷体_GB2312" pitchFamily="49" charset="-122"/>
            </a:endParaRPr>
          </a:p>
          <a:p>
            <a:endParaRPr lang="zh-CN" altLang="en-US" b="1" dirty="0">
              <a:solidFill>
                <a:schemeClr val="bg1"/>
              </a:solidFill>
              <a:latin typeface="楷体_GB2312" pitchFamily="49" charset="-122"/>
              <a:ea typeface="楷体_GB2312" pitchFamily="49" charset="-122"/>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矩形 1"/>
          <p:cNvSpPr/>
          <p:nvPr/>
        </p:nvSpPr>
        <p:spPr>
          <a:xfrm>
            <a:off x="428625" y="620713"/>
            <a:ext cx="8286750" cy="5815965"/>
          </a:xfrm>
          <a:prstGeom prst="rect">
            <a:avLst/>
          </a:prstGeom>
          <a:noFill/>
          <a:ln w="9525">
            <a:noFill/>
          </a:ln>
        </p:spPr>
        <p:txBody>
          <a:bodyPr anchor="t" anchorCtr="0">
            <a:spAutoFit/>
          </a:bodyPr>
          <a:lstStyle/>
          <a:p>
            <a:pPr>
              <a:buFont typeface="Arial" panose="020B0604020202020204" pitchFamily="34" charset="0"/>
            </a:pPr>
            <a:r>
              <a:rPr lang="zh-CN" altLang="en-US" sz="3200" b="1" dirty="0">
                <a:solidFill>
                  <a:schemeClr val="bg1"/>
                </a:solidFill>
                <a:latin typeface="宋体" panose="02010600030101010101" pitchFamily="2" charset="-122"/>
                <a:sym typeface="+mn-ea"/>
              </a:rPr>
              <a:t>一、抗战胜利前夕中共夺取大上海的尝试</a:t>
            </a:r>
            <a:endParaRPr lang="zh-CN" altLang="en-US" sz="3200" b="1" dirty="0">
              <a:solidFill>
                <a:schemeClr val="bg1"/>
              </a:solidFill>
              <a:latin typeface="宋体" panose="02010600030101010101" pitchFamily="2" charset="-122"/>
              <a:ea typeface="宋体" panose="02010600030101010101" pitchFamily="2" charset="-122"/>
              <a:sym typeface="宋体" panose="02010600030101010101" pitchFamily="2" charset="-122"/>
            </a:endParaRPr>
          </a:p>
          <a:p>
            <a:pPr>
              <a:buFont typeface="Arial" panose="020B0604020202020204" pitchFamily="34" charset="0"/>
            </a:pPr>
            <a:endParaRPr lang="zh-CN" altLang="en-US" sz="2800" b="1" dirty="0">
              <a:solidFill>
                <a:schemeClr val="bg1"/>
              </a:solidFill>
              <a:latin typeface="宋体" panose="02010600030101010101" pitchFamily="2" charset="-122"/>
              <a:ea typeface="宋体" panose="02010600030101010101" pitchFamily="2" charset="-122"/>
              <a:sym typeface="宋体" panose="02010600030101010101" pitchFamily="2" charset="-122"/>
            </a:endParaRPr>
          </a:p>
          <a:p>
            <a:pPr>
              <a:buFont typeface="Arial" panose="020B0604020202020204" pitchFamily="34" charset="0"/>
            </a:pPr>
            <a:r>
              <a:rPr lang="zh-CN" altLang="en-US" sz="2800" b="1" dirty="0">
                <a:solidFill>
                  <a:schemeClr val="bg1"/>
                </a:solidFill>
                <a:latin typeface="宋体" panose="02010600030101010101" pitchFamily="2" charset="-122"/>
                <a:ea typeface="宋体" panose="02010600030101010101" pitchFamily="2" charset="-122"/>
                <a:sym typeface="宋体" panose="02010600030101010101" pitchFamily="2" charset="-122"/>
              </a:rPr>
              <a:t>（一）</a:t>
            </a:r>
            <a:r>
              <a:rPr lang="zh-CN" altLang="en-US" sz="2800" b="1" dirty="0">
                <a:solidFill>
                  <a:srgbClr val="FFFF00"/>
                </a:solidFill>
                <a:latin typeface="宋体" panose="02010600030101010101" pitchFamily="2" charset="-122"/>
                <a:ea typeface="宋体" panose="02010600030101010101" pitchFamily="2" charset="-122"/>
                <a:sym typeface="宋体" panose="02010600030101010101" pitchFamily="2" charset="-122"/>
              </a:rPr>
              <a:t>周恩来在上海</a:t>
            </a:r>
            <a:r>
              <a:rPr lang="zh-CN" altLang="en-US" sz="2800" b="1" dirty="0">
                <a:solidFill>
                  <a:srgbClr val="FFFF00"/>
                </a:solidFill>
                <a:latin typeface="Calibri" panose="020F0502020204030204" pitchFamily="34" charset="0"/>
                <a:ea typeface="宋体" panose="02010600030101010101" pitchFamily="2" charset="-122"/>
              </a:rPr>
              <a:t>的公开活动</a:t>
            </a:r>
            <a:endParaRPr lang="zh-CN" altLang="en-US" sz="3200" b="1" dirty="0">
              <a:solidFill>
                <a:srgbClr val="FFFF00"/>
              </a:solidFill>
              <a:latin typeface="Calibri" panose="020F0502020204030204" pitchFamily="34" charset="0"/>
              <a:ea typeface="宋体" panose="02010600030101010101" pitchFamily="2" charset="-122"/>
            </a:endParaRPr>
          </a:p>
          <a:p>
            <a:pPr>
              <a:buFont typeface="Arial" panose="020B0604020202020204" pitchFamily="34" charset="0"/>
            </a:pPr>
            <a:endParaRPr lang="zh-CN" altLang="en-US" sz="3200" b="1" dirty="0">
              <a:solidFill>
                <a:schemeClr val="bg1"/>
              </a:solidFill>
              <a:latin typeface="宋体" panose="02010600030101010101" pitchFamily="2" charset="-122"/>
              <a:ea typeface="宋体" panose="02010600030101010101" pitchFamily="2" charset="-122"/>
              <a:sym typeface="宋体" panose="02010600030101010101" pitchFamily="2" charset="-122"/>
            </a:endParaRPr>
          </a:p>
          <a:p>
            <a:pPr>
              <a:lnSpc>
                <a:spcPct val="150000"/>
              </a:lnSpc>
              <a:buFont typeface="Arial" panose="020B0604020202020204" pitchFamily="34" charset="0"/>
            </a:pPr>
            <a:r>
              <a:rPr lang="zh-CN" altLang="en-US" sz="2400" b="1" dirty="0">
                <a:solidFill>
                  <a:schemeClr val="bg1"/>
                </a:solidFill>
                <a:latin typeface="宋体" panose="02010600030101010101" pitchFamily="2" charset="-122"/>
                <a:ea typeface="宋体" panose="02010600030101010101" pitchFamily="2" charset="-122"/>
                <a:sym typeface="宋体" panose="02010600030101010101" pitchFamily="2" charset="-122"/>
              </a:rPr>
              <a:t>西安事变后，根据中共中央工作安排，周恩来长期负责与国民党的谈判和统一战线工作。</a:t>
            </a:r>
          </a:p>
          <a:p>
            <a:pPr>
              <a:lnSpc>
                <a:spcPct val="150000"/>
              </a:lnSpc>
              <a:buFont typeface="Arial" panose="020B0604020202020204" pitchFamily="34" charset="0"/>
            </a:pPr>
            <a:r>
              <a:rPr lang="zh-CN" altLang="en-US" sz="2400" b="1" dirty="0">
                <a:solidFill>
                  <a:srgbClr val="FFFF00"/>
                </a:solidFill>
                <a:latin typeface="宋体" panose="02010600030101010101" pitchFamily="2" charset="-122"/>
                <a:ea typeface="宋体" panose="02010600030101010101" pitchFamily="2" charset="-122"/>
                <a:sym typeface="宋体" panose="02010600030101010101" pitchFamily="2" charset="-122"/>
              </a:rPr>
              <a:t>1937年7月7日，周恩来飞抵上海</a:t>
            </a:r>
            <a:r>
              <a:rPr lang="zh-CN" altLang="en-US" sz="2400" b="1" dirty="0">
                <a:solidFill>
                  <a:schemeClr val="bg1"/>
                </a:solidFill>
                <a:latin typeface="宋体" panose="02010600030101010101" pitchFamily="2" charset="-122"/>
                <a:ea typeface="宋体" panose="02010600030101010101" pitchFamily="2" charset="-122"/>
                <a:sym typeface="宋体" panose="02010600030101010101" pitchFamily="2" charset="-122"/>
              </a:rPr>
              <a:t>，同行者为博古、林伯渠。是夜，卢沟桥事变。13日（或14日），周、博、林由上海前往庐山。这是卢沟桥事变发生后，国共两党的首次谈判</a:t>
            </a:r>
            <a:r>
              <a:rPr lang="zh-CN" altLang="en-US" sz="2400" b="1" dirty="0" smtClean="0">
                <a:solidFill>
                  <a:schemeClr val="bg1"/>
                </a:solidFill>
                <a:latin typeface="宋体" panose="02010600030101010101" pitchFamily="2" charset="-122"/>
                <a:ea typeface="宋体" panose="02010600030101010101" pitchFamily="2" charset="-122"/>
                <a:sym typeface="宋体" panose="02010600030101010101" pitchFamily="2" charset="-122"/>
              </a:rPr>
              <a:t>。</a:t>
            </a:r>
            <a:endParaRPr lang="en-US" altLang="zh-CN" sz="2400" b="1" dirty="0" smtClean="0">
              <a:solidFill>
                <a:schemeClr val="bg1"/>
              </a:solidFill>
              <a:latin typeface="宋体" panose="02010600030101010101" pitchFamily="2" charset="-122"/>
              <a:ea typeface="宋体" panose="02010600030101010101" pitchFamily="2" charset="-122"/>
              <a:sym typeface="宋体" panose="02010600030101010101" pitchFamily="2" charset="-122"/>
            </a:endParaRPr>
          </a:p>
          <a:p>
            <a:pPr>
              <a:lnSpc>
                <a:spcPct val="150000"/>
              </a:lnSpc>
              <a:buFont typeface="Arial" panose="020B0604020202020204" pitchFamily="34" charset="0"/>
            </a:pPr>
            <a:r>
              <a:rPr lang="zh-CN" altLang="en-US" sz="2400" b="1" dirty="0" smtClean="0">
                <a:solidFill>
                  <a:schemeClr val="bg1"/>
                </a:solidFill>
                <a:latin typeface="宋体" panose="02010600030101010101" pitchFamily="2" charset="-122"/>
                <a:ea typeface="宋体" panose="02010600030101010101" pitchFamily="2" charset="-122"/>
                <a:sym typeface="宋体" panose="02010600030101010101" pitchFamily="2" charset="-122"/>
              </a:rPr>
              <a:t>两个多月后</a:t>
            </a:r>
            <a:r>
              <a:rPr lang="zh-CN" altLang="en-US" sz="2400" b="1" dirty="0">
                <a:solidFill>
                  <a:schemeClr val="bg1"/>
                </a:solidFill>
                <a:latin typeface="宋体" panose="02010600030101010101" pitchFamily="2" charset="-122"/>
                <a:ea typeface="宋体" panose="02010600030101010101" pitchFamily="2" charset="-122"/>
                <a:sym typeface="宋体" panose="02010600030101010101" pitchFamily="2" charset="-122"/>
              </a:rPr>
              <a:t>，由中国共产党倡导和推动的、以国共两党合作为基础的</a:t>
            </a:r>
            <a:r>
              <a:rPr lang="zh-CN" altLang="en-US" sz="2400" b="1" dirty="0">
                <a:solidFill>
                  <a:srgbClr val="FFFF00"/>
                </a:solidFill>
                <a:latin typeface="宋体" panose="02010600030101010101" pitchFamily="2" charset="-122"/>
                <a:ea typeface="宋体" panose="02010600030101010101" pitchFamily="2" charset="-122"/>
                <a:sym typeface="宋体" panose="02010600030101010101" pitchFamily="2" charset="-122"/>
              </a:rPr>
              <a:t>抗日民族统一战线正式形成</a:t>
            </a:r>
            <a:r>
              <a:rPr lang="zh-CN" altLang="en-US" sz="2400" b="1" dirty="0">
                <a:solidFill>
                  <a:schemeClr val="bg1"/>
                </a:solidFill>
                <a:latin typeface="宋体" panose="02010600030101010101" pitchFamily="2" charset="-122"/>
                <a:ea typeface="宋体" panose="02010600030101010101" pitchFamily="2" charset="-122"/>
                <a:sym typeface="宋体" panose="02010600030101010101" pitchFamily="2" charset="-122"/>
              </a:rPr>
              <a:t>。</a:t>
            </a: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矩形 1"/>
          <p:cNvSpPr/>
          <p:nvPr/>
        </p:nvSpPr>
        <p:spPr>
          <a:xfrm>
            <a:off x="395536" y="260648"/>
            <a:ext cx="8535863" cy="6309420"/>
          </a:xfrm>
          <a:prstGeom prst="rect">
            <a:avLst/>
          </a:prstGeom>
          <a:noFill/>
          <a:ln w="9525">
            <a:noFill/>
          </a:ln>
        </p:spPr>
        <p:txBody>
          <a:bodyPr wrap="square" anchor="t" anchorCtr="0">
            <a:spAutoFit/>
          </a:bodyPr>
          <a:lstStyle/>
          <a:p>
            <a:pPr>
              <a:buFont typeface="Arial" panose="020B0604020202020204" pitchFamily="34" charset="0"/>
            </a:pPr>
            <a:r>
              <a:rPr lang="zh-CN" altLang="en-US" sz="3200" b="1" dirty="0">
                <a:solidFill>
                  <a:schemeClr val="bg1"/>
                </a:solidFill>
                <a:latin typeface="宋体" panose="02010600030101010101" pitchFamily="2" charset="-122"/>
                <a:sym typeface="+mn-ea"/>
              </a:rPr>
              <a:t>一、抗战胜利前夕中共夺取大上海的尝试</a:t>
            </a:r>
            <a:endParaRPr lang="zh-CN" altLang="en-US" sz="3200" b="1" dirty="0">
              <a:solidFill>
                <a:schemeClr val="bg1"/>
              </a:solidFill>
              <a:latin typeface="宋体" panose="02010600030101010101" pitchFamily="2" charset="-122"/>
              <a:ea typeface="宋体" panose="02010600030101010101" pitchFamily="2" charset="-122"/>
              <a:sym typeface="宋体" panose="02010600030101010101" pitchFamily="2" charset="-122"/>
            </a:endParaRPr>
          </a:p>
          <a:p>
            <a:pPr>
              <a:buFont typeface="Arial" panose="020B0604020202020204" pitchFamily="34" charset="0"/>
            </a:pPr>
            <a:endParaRPr lang="zh-CN" altLang="en-US" sz="3200" b="1" dirty="0">
              <a:solidFill>
                <a:schemeClr val="bg1"/>
              </a:solidFill>
              <a:latin typeface="宋体" panose="02010600030101010101" pitchFamily="2" charset="-122"/>
              <a:ea typeface="宋体" panose="02010600030101010101" pitchFamily="2" charset="-122"/>
              <a:sym typeface="宋体" panose="02010600030101010101" pitchFamily="2" charset="-122"/>
            </a:endParaRPr>
          </a:p>
          <a:p>
            <a:pPr>
              <a:buFont typeface="Arial" panose="020B0604020202020204" pitchFamily="34" charset="0"/>
            </a:pPr>
            <a:r>
              <a:rPr lang="zh-CN" altLang="en-US" sz="2800" b="1" dirty="0">
                <a:solidFill>
                  <a:schemeClr val="bg1"/>
                </a:solidFill>
                <a:latin typeface="宋体" panose="02010600030101010101" pitchFamily="2" charset="-122"/>
                <a:ea typeface="宋体" panose="02010600030101010101" pitchFamily="2" charset="-122"/>
                <a:sym typeface="宋体" panose="02010600030101010101" pitchFamily="2" charset="-122"/>
              </a:rPr>
              <a:t>（一）周恩来在上海</a:t>
            </a:r>
            <a:r>
              <a:rPr lang="zh-CN" altLang="en-US" sz="2800" b="1" dirty="0">
                <a:solidFill>
                  <a:schemeClr val="bg1"/>
                </a:solidFill>
                <a:latin typeface="Calibri" panose="020F0502020204030204" pitchFamily="34" charset="0"/>
                <a:ea typeface="宋体" panose="02010600030101010101" pitchFamily="2" charset="-122"/>
                <a:sym typeface="宋体" panose="02010600030101010101" pitchFamily="2" charset="-122"/>
              </a:rPr>
              <a:t>的公开活动</a:t>
            </a:r>
            <a:endParaRPr lang="zh-CN" altLang="en-US" sz="3200" b="1" dirty="0">
              <a:solidFill>
                <a:schemeClr val="bg1"/>
              </a:solidFill>
              <a:latin typeface="Calibri" panose="020F0502020204030204" pitchFamily="34" charset="0"/>
              <a:ea typeface="宋体" panose="02010600030101010101" pitchFamily="2" charset="-122"/>
              <a:sym typeface="宋体" panose="02010600030101010101" pitchFamily="2" charset="-122"/>
            </a:endParaRPr>
          </a:p>
          <a:p>
            <a:pPr>
              <a:buFont typeface="Arial" panose="020B0604020202020204" pitchFamily="34" charset="0"/>
            </a:pPr>
            <a:r>
              <a:rPr lang="zh-CN" altLang="en-US" sz="2400" b="1" dirty="0" smtClean="0">
                <a:solidFill>
                  <a:schemeClr val="bg1"/>
                </a:solidFill>
                <a:latin typeface="宋体" panose="02010600030101010101" pitchFamily="2" charset="-122"/>
                <a:ea typeface="宋体" panose="02010600030101010101" pitchFamily="2" charset="-122"/>
                <a:sym typeface="宋体" panose="02010600030101010101" pitchFamily="2" charset="-122"/>
              </a:rPr>
              <a:t>此次</a:t>
            </a:r>
            <a:r>
              <a:rPr lang="zh-CN" altLang="en-US" sz="2400" b="1" dirty="0">
                <a:solidFill>
                  <a:schemeClr val="bg1"/>
                </a:solidFill>
                <a:latin typeface="宋体" panose="02010600030101010101" pitchFamily="2" charset="-122"/>
                <a:ea typeface="宋体" panose="02010600030101010101" pitchFamily="2" charset="-122"/>
                <a:sym typeface="宋体" panose="02010600030101010101" pitchFamily="2" charset="-122"/>
              </a:rPr>
              <a:t>来沪</a:t>
            </a:r>
            <a:r>
              <a:rPr lang="zh-CN" altLang="en-US" sz="2400" b="1" dirty="0" smtClean="0">
                <a:solidFill>
                  <a:schemeClr val="bg1"/>
                </a:solidFill>
                <a:latin typeface="宋体" panose="02010600030101010101" pitchFamily="2" charset="-122"/>
                <a:ea typeface="宋体" panose="02010600030101010101" pitchFamily="2" charset="-122"/>
                <a:sym typeface="宋体" panose="02010600030101010101" pitchFamily="2" charset="-122"/>
              </a:rPr>
              <a:t>一周</a:t>
            </a:r>
            <a:r>
              <a:rPr lang="zh-CN" altLang="en-US" sz="2400" b="1" dirty="0">
                <a:solidFill>
                  <a:schemeClr val="bg1"/>
                </a:solidFill>
                <a:latin typeface="宋体" panose="02010600030101010101" pitchFamily="2" charset="-122"/>
                <a:sym typeface="宋体" panose="02010600030101010101" pitchFamily="2" charset="-122"/>
              </a:rPr>
              <a:t>，周恩来负有特殊使命</a:t>
            </a:r>
            <a:r>
              <a:rPr lang="zh-CN" altLang="en-US" sz="2400" b="1" dirty="0" smtClean="0">
                <a:solidFill>
                  <a:schemeClr val="bg1"/>
                </a:solidFill>
                <a:latin typeface="宋体" panose="02010600030101010101" pitchFamily="2" charset="-122"/>
                <a:sym typeface="宋体" panose="02010600030101010101" pitchFamily="2" charset="-122"/>
              </a:rPr>
              <a:t>，</a:t>
            </a:r>
            <a:r>
              <a:rPr lang="zh-CN" altLang="en-US" sz="2400" b="1" dirty="0">
                <a:solidFill>
                  <a:schemeClr val="bg1"/>
                </a:solidFill>
                <a:latin typeface="宋体" panose="02010600030101010101" pitchFamily="2" charset="-122"/>
                <a:sym typeface="宋体" panose="02010600030101010101" pitchFamily="2" charset="-122"/>
              </a:rPr>
              <a:t>下榻</a:t>
            </a:r>
            <a:r>
              <a:rPr lang="zh-CN" altLang="en-US" sz="2400" b="1" dirty="0">
                <a:solidFill>
                  <a:srgbClr val="FFFF00"/>
                </a:solidFill>
                <a:latin typeface="宋体" panose="02010600030101010101" pitchFamily="2" charset="-122"/>
                <a:sym typeface="宋体" panose="02010600030101010101" pitchFamily="2" charset="-122"/>
              </a:rPr>
              <a:t>新亚</a:t>
            </a:r>
            <a:r>
              <a:rPr lang="zh-CN" altLang="en-US" sz="2400" b="1" dirty="0" smtClean="0">
                <a:solidFill>
                  <a:srgbClr val="FFFF00"/>
                </a:solidFill>
                <a:latin typeface="宋体" panose="02010600030101010101" pitchFamily="2" charset="-122"/>
                <a:sym typeface="宋体" panose="02010600030101010101" pitchFamily="2" charset="-122"/>
              </a:rPr>
              <a:t>酒店</a:t>
            </a:r>
            <a:r>
              <a:rPr lang="zh-CN" altLang="en-US" sz="2400" b="1" dirty="0" smtClean="0">
                <a:solidFill>
                  <a:schemeClr val="bg1"/>
                </a:solidFill>
                <a:latin typeface="宋体" panose="02010600030101010101" pitchFamily="2" charset="-122"/>
                <a:ea typeface="宋体" panose="02010600030101010101" pitchFamily="2" charset="-122"/>
                <a:sym typeface="宋体" panose="02010600030101010101" pitchFamily="2" charset="-122"/>
              </a:rPr>
              <a:t>。这一周</a:t>
            </a:r>
            <a:r>
              <a:rPr lang="zh-CN" altLang="en-US" sz="2400" b="1" dirty="0">
                <a:solidFill>
                  <a:schemeClr val="bg1"/>
                </a:solidFill>
                <a:latin typeface="宋体" panose="02010600030101010101" pitchFamily="2" charset="-122"/>
                <a:ea typeface="宋体" panose="02010600030101010101" pitchFamily="2" charset="-122"/>
                <a:sym typeface="宋体" panose="02010600030101010101" pitchFamily="2" charset="-122"/>
              </a:rPr>
              <a:t>周恩来见了谁，谈了什么</a:t>
            </a:r>
            <a:r>
              <a:rPr lang="zh-CN" altLang="en-US" sz="2400" b="1" dirty="0" smtClean="0">
                <a:solidFill>
                  <a:schemeClr val="bg1"/>
                </a:solidFill>
                <a:latin typeface="宋体" panose="02010600030101010101" pitchFamily="2" charset="-122"/>
                <a:ea typeface="宋体" panose="02010600030101010101" pitchFamily="2" charset="-122"/>
                <a:sym typeface="宋体" panose="02010600030101010101" pitchFamily="2" charset="-122"/>
              </a:rPr>
              <a:t>？</a:t>
            </a:r>
            <a:endParaRPr lang="en-US" altLang="zh-CN" sz="2400" b="1" dirty="0" smtClean="0">
              <a:solidFill>
                <a:schemeClr val="bg1"/>
              </a:solidFill>
              <a:latin typeface="宋体" panose="02010600030101010101" pitchFamily="2" charset="-122"/>
              <a:ea typeface="宋体" panose="02010600030101010101" pitchFamily="2" charset="-122"/>
              <a:sym typeface="宋体" panose="02010600030101010101" pitchFamily="2" charset="-122"/>
            </a:endParaRPr>
          </a:p>
          <a:p>
            <a:pPr>
              <a:buFont typeface="Arial" panose="020B0604020202020204" pitchFamily="34" charset="0"/>
            </a:pPr>
            <a:endParaRPr lang="zh-CN" altLang="en-US" sz="2400" b="1" dirty="0">
              <a:solidFill>
                <a:schemeClr val="bg1"/>
              </a:solidFill>
              <a:latin typeface="宋体" panose="02010600030101010101" pitchFamily="2" charset="-122"/>
              <a:ea typeface="宋体" panose="02010600030101010101" pitchFamily="2" charset="-122"/>
              <a:sym typeface="宋体" panose="02010600030101010101" pitchFamily="2" charset="-122"/>
            </a:endParaRPr>
          </a:p>
          <a:p>
            <a:pPr>
              <a:buFont typeface="Arial" panose="020B0604020202020204" pitchFamily="34" charset="0"/>
            </a:pPr>
            <a:r>
              <a:rPr lang="en-US" altLang="zh-CN" sz="2400" b="1" dirty="0" smtClean="0">
                <a:solidFill>
                  <a:srgbClr val="FFFF00"/>
                </a:solidFill>
                <a:latin typeface="宋体" panose="02010600030101010101" pitchFamily="2" charset="-122"/>
                <a:ea typeface="宋体" panose="02010600030101010101" pitchFamily="2" charset="-122"/>
                <a:sym typeface="宋体" panose="02010600030101010101" pitchFamily="2" charset="-122"/>
              </a:rPr>
              <a:t>1</a:t>
            </a:r>
            <a:r>
              <a:rPr lang="zh-CN" altLang="en-US" sz="2400" b="1" dirty="0" smtClean="0">
                <a:solidFill>
                  <a:srgbClr val="FFFF00"/>
                </a:solidFill>
                <a:latin typeface="宋体" panose="02010600030101010101" pitchFamily="2" charset="-122"/>
                <a:ea typeface="宋体" panose="02010600030101010101" pitchFamily="2" charset="-122"/>
                <a:sym typeface="宋体" panose="02010600030101010101" pitchFamily="2" charset="-122"/>
              </a:rPr>
              <a:t>、发布</a:t>
            </a:r>
            <a:r>
              <a:rPr lang="zh-CN" altLang="en-US" sz="2400" b="1" dirty="0">
                <a:solidFill>
                  <a:srgbClr val="FFFF00"/>
                </a:solidFill>
                <a:latin typeface="宋体" panose="02010600030101010101" pitchFamily="2" charset="-122"/>
                <a:ea typeface="宋体" panose="02010600030101010101" pitchFamily="2" charset="-122"/>
                <a:sym typeface="宋体" panose="02010600030101010101" pitchFamily="2" charset="-122"/>
              </a:rPr>
              <a:t>“七月指示”</a:t>
            </a:r>
            <a:r>
              <a:rPr lang="zh-CN" altLang="en-US" sz="2400" b="1" dirty="0">
                <a:solidFill>
                  <a:schemeClr val="bg1"/>
                </a:solidFill>
                <a:latin typeface="宋体" panose="02010600030101010101" pitchFamily="2" charset="-122"/>
                <a:ea typeface="宋体" panose="02010600030101010101" pitchFamily="2" charset="-122"/>
                <a:sym typeface="宋体" panose="02010600030101010101" pitchFamily="2" charset="-122"/>
              </a:rPr>
              <a:t>。特别选择在上海中国饭店发布，是向上海中共地下组织乃至上海各界人士</a:t>
            </a:r>
            <a:r>
              <a:rPr lang="zh-CN" altLang="en-US" sz="2400" b="1" dirty="0">
                <a:solidFill>
                  <a:srgbClr val="FFFF00"/>
                </a:solidFill>
                <a:latin typeface="宋体" panose="02010600030101010101" pitchFamily="2" charset="-122"/>
                <a:ea typeface="宋体" panose="02010600030101010101" pitchFamily="2" charset="-122"/>
                <a:sym typeface="宋体" panose="02010600030101010101" pitchFamily="2" charset="-122"/>
              </a:rPr>
              <a:t>宣传中国共产党抗日立场</a:t>
            </a:r>
            <a:r>
              <a:rPr lang="zh-CN" altLang="en-US" sz="2400" b="1" dirty="0">
                <a:solidFill>
                  <a:schemeClr val="bg1"/>
                </a:solidFill>
                <a:latin typeface="宋体" panose="02010600030101010101" pitchFamily="2" charset="-122"/>
                <a:ea typeface="宋体" panose="02010600030101010101" pitchFamily="2" charset="-122"/>
                <a:sym typeface="宋体" panose="02010600030101010101" pitchFamily="2" charset="-122"/>
              </a:rPr>
              <a:t>。</a:t>
            </a:r>
          </a:p>
          <a:p>
            <a:pPr>
              <a:buFont typeface="Arial" panose="020B0604020202020204" pitchFamily="34" charset="0"/>
            </a:pPr>
            <a:endParaRPr lang="zh-CN" altLang="en-US" sz="2400" b="1" dirty="0">
              <a:solidFill>
                <a:schemeClr val="bg1"/>
              </a:solidFill>
              <a:latin typeface="宋体" panose="02010600030101010101" pitchFamily="2" charset="-122"/>
              <a:ea typeface="宋体" panose="02010600030101010101" pitchFamily="2" charset="-122"/>
              <a:sym typeface="宋体" panose="02010600030101010101" pitchFamily="2" charset="-122"/>
            </a:endParaRPr>
          </a:p>
          <a:p>
            <a:pPr>
              <a:buFont typeface="Arial" panose="020B0604020202020204" pitchFamily="34" charset="0"/>
            </a:pPr>
            <a:r>
              <a:rPr lang="en-US" altLang="zh-CN" sz="2400" b="1" dirty="0" smtClean="0">
                <a:solidFill>
                  <a:srgbClr val="FFFF00"/>
                </a:solidFill>
                <a:latin typeface="宋体" panose="02010600030101010101" pitchFamily="2" charset="-122"/>
                <a:ea typeface="宋体" panose="02010600030101010101" pitchFamily="2" charset="-122"/>
                <a:sym typeface="宋体" panose="02010600030101010101" pitchFamily="2" charset="-122"/>
              </a:rPr>
              <a:t>2</a:t>
            </a:r>
            <a:r>
              <a:rPr lang="zh-CN" altLang="en-US" sz="2400" b="1" dirty="0" smtClean="0">
                <a:solidFill>
                  <a:srgbClr val="FFFF00"/>
                </a:solidFill>
                <a:latin typeface="宋体" panose="02010600030101010101" pitchFamily="2" charset="-122"/>
                <a:ea typeface="宋体" panose="02010600030101010101" pitchFamily="2" charset="-122"/>
                <a:sym typeface="宋体" panose="02010600030101010101" pitchFamily="2" charset="-122"/>
              </a:rPr>
              <a:t>、</a:t>
            </a:r>
            <a:r>
              <a:rPr lang="en-US" altLang="zh-CN" sz="2400" b="1" dirty="0" smtClean="0">
                <a:solidFill>
                  <a:srgbClr val="FFFF00"/>
                </a:solidFill>
                <a:latin typeface="宋体" panose="02010600030101010101" pitchFamily="2" charset="-122"/>
                <a:ea typeface="宋体" panose="02010600030101010101" pitchFamily="2" charset="-122"/>
                <a:sym typeface="宋体" panose="02010600030101010101" pitchFamily="2" charset="-122"/>
              </a:rPr>
              <a:t>4</a:t>
            </a:r>
            <a:r>
              <a:rPr lang="zh-CN" altLang="en-US" sz="2400" b="1" dirty="0" smtClean="0">
                <a:solidFill>
                  <a:srgbClr val="FFFF00"/>
                </a:solidFill>
                <a:latin typeface="宋体" panose="02010600030101010101" pitchFamily="2" charset="-122"/>
                <a:ea typeface="宋体" panose="02010600030101010101" pitchFamily="2" charset="-122"/>
                <a:sym typeface="宋体" panose="02010600030101010101" pitchFamily="2" charset="-122"/>
              </a:rPr>
              <a:t>场会见</a:t>
            </a:r>
            <a:r>
              <a:rPr lang="zh-CN" altLang="en-US" sz="2400" b="1" dirty="0" smtClean="0">
                <a:solidFill>
                  <a:schemeClr val="bg1"/>
                </a:solidFill>
                <a:latin typeface="宋体" panose="02010600030101010101" pitchFamily="2" charset="-122"/>
                <a:ea typeface="宋体" panose="02010600030101010101" pitchFamily="2" charset="-122"/>
                <a:sym typeface="宋体" panose="02010600030101010101" pitchFamily="2" charset="-122"/>
              </a:rPr>
              <a:t>。7月10日</a:t>
            </a:r>
            <a:r>
              <a:rPr lang="zh-CN" altLang="en-US" sz="2400" b="1" dirty="0">
                <a:solidFill>
                  <a:schemeClr val="bg1"/>
                </a:solidFill>
                <a:latin typeface="宋体" panose="02010600030101010101" pitchFamily="2" charset="-122"/>
                <a:ea typeface="宋体" panose="02010600030101010101" pitchFamily="2" charset="-122"/>
                <a:sym typeface="宋体" panose="02010600030101010101" pitchFamily="2" charset="-122"/>
              </a:rPr>
              <a:t>，在蒲石路（今长乐路）一幢石库门房子的二楼</a:t>
            </a:r>
            <a:r>
              <a:rPr lang="zh-CN" altLang="en-US" sz="2400" b="1" dirty="0">
                <a:solidFill>
                  <a:srgbClr val="FFFF00"/>
                </a:solidFill>
                <a:latin typeface="宋体" panose="02010600030101010101" pitchFamily="2" charset="-122"/>
                <a:ea typeface="宋体" panose="02010600030101010101" pitchFamily="2" charset="-122"/>
                <a:sym typeface="宋体" panose="02010600030101010101" pitchFamily="2" charset="-122"/>
              </a:rPr>
              <a:t>会见夏衍</a:t>
            </a:r>
            <a:r>
              <a:rPr lang="zh-CN" altLang="en-US" sz="2400" b="1" dirty="0">
                <a:solidFill>
                  <a:schemeClr val="bg1"/>
                </a:solidFill>
                <a:latin typeface="宋体" panose="02010600030101010101" pitchFamily="2" charset="-122"/>
                <a:ea typeface="宋体" panose="02010600030101010101" pitchFamily="2" charset="-122"/>
                <a:sym typeface="宋体" panose="02010600030101010101" pitchFamily="2" charset="-122"/>
              </a:rPr>
              <a:t>，见到了身穿白衬衫和深灰色西装裤的周恩来，“一位儒雅倜傥、最多也不过比我大一两岁的人”。这是他第一次见到周恩来。7月15日</a:t>
            </a:r>
            <a:r>
              <a:rPr lang="zh-CN" altLang="en-US" sz="2400" b="1" dirty="0" smtClean="0">
                <a:solidFill>
                  <a:schemeClr val="bg1"/>
                </a:solidFill>
                <a:latin typeface="宋体" panose="02010600030101010101" pitchFamily="2" charset="-122"/>
                <a:ea typeface="宋体" panose="02010600030101010101" pitchFamily="2" charset="-122"/>
                <a:sym typeface="宋体" panose="02010600030101010101" pitchFamily="2" charset="-122"/>
              </a:rPr>
              <a:t>，</a:t>
            </a:r>
            <a:r>
              <a:rPr lang="zh-CN" altLang="en-US" sz="2400" b="1" dirty="0" smtClean="0">
                <a:solidFill>
                  <a:srgbClr val="FFFF00"/>
                </a:solidFill>
                <a:latin typeface="宋体" panose="02010600030101010101" pitchFamily="2" charset="-122"/>
                <a:ea typeface="宋体" panose="02010600030101010101" pitchFamily="2" charset="-122"/>
                <a:sym typeface="宋体" panose="02010600030101010101" pitchFamily="2" charset="-122"/>
              </a:rPr>
              <a:t>中</a:t>
            </a:r>
            <a:r>
              <a:rPr lang="zh-CN" altLang="en-US" sz="2400" b="1" dirty="0">
                <a:solidFill>
                  <a:srgbClr val="FFFF00"/>
                </a:solidFill>
                <a:latin typeface="宋体" panose="02010600030101010101" pitchFamily="2" charset="-122"/>
                <a:ea typeface="宋体" panose="02010600030101010101" pitchFamily="2" charset="-122"/>
                <a:sym typeface="宋体" panose="02010600030101010101" pitchFamily="2" charset="-122"/>
              </a:rPr>
              <a:t>国剧作家</a:t>
            </a:r>
            <a:r>
              <a:rPr lang="zh-CN" altLang="en-US" sz="2400" b="1" dirty="0" smtClean="0">
                <a:solidFill>
                  <a:srgbClr val="FFFF00"/>
                </a:solidFill>
                <a:latin typeface="宋体" panose="02010600030101010101" pitchFamily="2" charset="-122"/>
                <a:ea typeface="宋体" panose="02010600030101010101" pitchFamily="2" charset="-122"/>
                <a:sym typeface="宋体" panose="02010600030101010101" pitchFamily="2" charset="-122"/>
              </a:rPr>
              <a:t>协会</a:t>
            </a:r>
            <a:r>
              <a:rPr lang="zh-CN" altLang="en-US" sz="2400" b="1" dirty="0" smtClean="0">
                <a:solidFill>
                  <a:schemeClr val="bg1"/>
                </a:solidFill>
                <a:latin typeface="宋体" panose="02010600030101010101" pitchFamily="2" charset="-122"/>
                <a:ea typeface="宋体" panose="02010600030101010101" pitchFamily="2" charset="-122"/>
                <a:sym typeface="宋体" panose="02010600030101010101" pitchFamily="2" charset="-122"/>
              </a:rPr>
              <a:t>在原上海剧作家协会的</a:t>
            </a:r>
            <a:r>
              <a:rPr lang="zh-CN" altLang="en-US" sz="2400" b="1" dirty="0">
                <a:solidFill>
                  <a:schemeClr val="bg1"/>
                </a:solidFill>
                <a:latin typeface="宋体" panose="02010600030101010101" pitchFamily="2" charset="-122"/>
                <a:ea typeface="宋体" panose="02010600030101010101" pitchFamily="2" charset="-122"/>
                <a:sym typeface="宋体" panose="02010600030101010101" pitchFamily="2" charset="-122"/>
              </a:rPr>
              <a:t>基础上在沪成立。此后，各种文艺界抗战社团相继涌现，仅上海一地就成立了70余个文艺社团。7月28日，文艺界的抗日统一战线“上海文艺界救亡协会”组建。</a:t>
            </a: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矩形 1"/>
          <p:cNvSpPr/>
          <p:nvPr/>
        </p:nvSpPr>
        <p:spPr>
          <a:xfrm>
            <a:off x="428625" y="620713"/>
            <a:ext cx="8286750" cy="5583067"/>
          </a:xfrm>
          <a:prstGeom prst="rect">
            <a:avLst/>
          </a:prstGeom>
          <a:noFill/>
          <a:ln w="9525">
            <a:noFill/>
          </a:ln>
        </p:spPr>
        <p:txBody>
          <a:bodyPr anchor="t" anchorCtr="0">
            <a:spAutoFit/>
          </a:bodyPr>
          <a:lstStyle/>
          <a:p>
            <a:pPr>
              <a:buFont typeface="Arial" panose="020B0604020202020204" pitchFamily="34" charset="0"/>
            </a:pPr>
            <a:r>
              <a:rPr lang="zh-CN" altLang="en-US" sz="3200" b="1" dirty="0">
                <a:solidFill>
                  <a:schemeClr val="bg1"/>
                </a:solidFill>
                <a:latin typeface="宋体" panose="02010600030101010101" pitchFamily="2" charset="-122"/>
                <a:sym typeface="+mn-ea"/>
              </a:rPr>
              <a:t>一、抗战胜利前夕中共夺取大上海的尝试</a:t>
            </a:r>
            <a:endParaRPr lang="zh-CN" altLang="en-US" sz="3200" b="1" dirty="0">
              <a:solidFill>
                <a:schemeClr val="bg1"/>
              </a:solidFill>
              <a:latin typeface="宋体" panose="02010600030101010101" pitchFamily="2" charset="-122"/>
              <a:ea typeface="宋体" panose="02010600030101010101" pitchFamily="2" charset="-122"/>
              <a:sym typeface="宋体" panose="02010600030101010101" pitchFamily="2" charset="-122"/>
            </a:endParaRPr>
          </a:p>
          <a:p>
            <a:pPr>
              <a:buFont typeface="Arial" panose="020B0604020202020204" pitchFamily="34" charset="0"/>
            </a:pPr>
            <a:endParaRPr lang="zh-CN" altLang="en-US" sz="3200" b="1" dirty="0">
              <a:solidFill>
                <a:schemeClr val="bg1"/>
              </a:solidFill>
              <a:latin typeface="宋体" panose="02010600030101010101" pitchFamily="2" charset="-122"/>
              <a:ea typeface="宋体" panose="02010600030101010101" pitchFamily="2" charset="-122"/>
              <a:sym typeface="宋体" panose="02010600030101010101" pitchFamily="2" charset="-122"/>
            </a:endParaRPr>
          </a:p>
          <a:p>
            <a:pPr>
              <a:buFont typeface="Arial" panose="020B0604020202020204" pitchFamily="34" charset="0"/>
            </a:pPr>
            <a:r>
              <a:rPr lang="zh-CN" altLang="en-US" sz="2800" b="1" dirty="0">
                <a:solidFill>
                  <a:schemeClr val="bg1"/>
                </a:solidFill>
                <a:latin typeface="宋体" panose="02010600030101010101" pitchFamily="2" charset="-122"/>
                <a:ea typeface="宋体" panose="02010600030101010101" pitchFamily="2" charset="-122"/>
                <a:sym typeface="宋体" panose="02010600030101010101" pitchFamily="2" charset="-122"/>
              </a:rPr>
              <a:t>（一）周恩来在上海</a:t>
            </a:r>
            <a:r>
              <a:rPr lang="zh-CN" altLang="en-US" sz="2800" b="1" dirty="0">
                <a:solidFill>
                  <a:schemeClr val="bg1"/>
                </a:solidFill>
                <a:latin typeface="Calibri" panose="020F0502020204030204" pitchFamily="34" charset="0"/>
                <a:ea typeface="宋体" panose="02010600030101010101" pitchFamily="2" charset="-122"/>
                <a:sym typeface="宋体" panose="02010600030101010101" pitchFamily="2" charset="-122"/>
              </a:rPr>
              <a:t>的公开活动</a:t>
            </a:r>
            <a:endParaRPr lang="zh-CN" altLang="en-US" sz="3200" b="1" dirty="0">
              <a:solidFill>
                <a:schemeClr val="bg1"/>
              </a:solidFill>
              <a:latin typeface="Calibri" panose="020F0502020204030204" pitchFamily="34" charset="0"/>
              <a:ea typeface="宋体" panose="02010600030101010101" pitchFamily="2" charset="-122"/>
              <a:sym typeface="宋体" panose="02010600030101010101" pitchFamily="2" charset="-122"/>
            </a:endParaRPr>
          </a:p>
          <a:p>
            <a:pPr>
              <a:buFont typeface="Arial" panose="020B0604020202020204" pitchFamily="34" charset="0"/>
            </a:pPr>
            <a:endParaRPr lang="zh-CN" altLang="en-US" sz="3200" b="1" dirty="0">
              <a:solidFill>
                <a:schemeClr val="bg1"/>
              </a:solidFill>
              <a:latin typeface="宋体" panose="02010600030101010101" pitchFamily="2" charset="-122"/>
              <a:ea typeface="宋体" panose="02010600030101010101" pitchFamily="2" charset="-122"/>
              <a:sym typeface="宋体" panose="02010600030101010101" pitchFamily="2" charset="-122"/>
            </a:endParaRPr>
          </a:p>
          <a:p>
            <a:pPr>
              <a:buFont typeface="Arial" panose="020B0604020202020204" pitchFamily="34" charset="0"/>
            </a:pPr>
            <a:r>
              <a:rPr lang="zh-CN" altLang="en-US" sz="2800" b="1" dirty="0">
                <a:solidFill>
                  <a:schemeClr val="bg1"/>
                </a:solidFill>
                <a:latin typeface="宋体" panose="02010600030101010101" pitchFamily="2" charset="-122"/>
                <a:ea typeface="宋体" panose="02010600030101010101" pitchFamily="2" charset="-122"/>
                <a:sym typeface="宋体" panose="02010600030101010101" pitchFamily="2" charset="-122"/>
              </a:rPr>
              <a:t>一系列的拜会、会见：</a:t>
            </a:r>
          </a:p>
          <a:p>
            <a:pPr>
              <a:buFont typeface="Arial" panose="020B0604020202020204" pitchFamily="34" charset="0"/>
            </a:pPr>
            <a:endParaRPr lang="zh-CN" altLang="en-US" sz="3200" b="1" dirty="0">
              <a:solidFill>
                <a:schemeClr val="bg1"/>
              </a:solidFill>
              <a:latin typeface="宋体" panose="02010600030101010101" pitchFamily="2" charset="-122"/>
              <a:ea typeface="宋体" panose="02010600030101010101" pitchFamily="2" charset="-122"/>
              <a:sym typeface="宋体" panose="02010600030101010101" pitchFamily="2" charset="-122"/>
            </a:endParaRPr>
          </a:p>
          <a:p>
            <a:pPr>
              <a:lnSpc>
                <a:spcPct val="120000"/>
              </a:lnSpc>
              <a:buFont typeface="Arial" panose="020B0604020202020204" pitchFamily="34" charset="0"/>
            </a:pPr>
            <a:r>
              <a:rPr lang="zh-CN" altLang="en-US" sz="2400" b="1" dirty="0">
                <a:solidFill>
                  <a:schemeClr val="bg1"/>
                </a:solidFill>
                <a:latin typeface="宋体" panose="02010600030101010101" pitchFamily="2" charset="-122"/>
                <a:ea typeface="宋体" panose="02010600030101010101" pitchFamily="2" charset="-122"/>
                <a:sym typeface="宋体" panose="02010600030101010101" pitchFamily="2" charset="-122"/>
              </a:rPr>
              <a:t>7月11日（或12日），在博古、林伯渠陪同下，周恩来来到莫利哀路29号（今香山路7号），</a:t>
            </a:r>
            <a:r>
              <a:rPr lang="zh-CN" altLang="en-US" sz="2400" b="1" dirty="0">
                <a:solidFill>
                  <a:srgbClr val="FFFF00"/>
                </a:solidFill>
                <a:latin typeface="宋体" panose="02010600030101010101" pitchFamily="2" charset="-122"/>
                <a:ea typeface="宋体" panose="02010600030101010101" pitchFamily="2" charset="-122"/>
                <a:sym typeface="宋体" panose="02010600030101010101" pitchFamily="2" charset="-122"/>
              </a:rPr>
              <a:t>拜会了宋庆龄</a:t>
            </a:r>
            <a:r>
              <a:rPr lang="zh-CN" altLang="en-US" sz="2400" b="1" dirty="0">
                <a:solidFill>
                  <a:schemeClr val="bg1"/>
                </a:solidFill>
                <a:latin typeface="宋体" panose="02010600030101010101" pitchFamily="2" charset="-122"/>
                <a:ea typeface="宋体" panose="02010600030101010101" pitchFamily="2" charset="-122"/>
                <a:sym typeface="宋体" panose="02010600030101010101" pitchFamily="2" charset="-122"/>
              </a:rPr>
              <a:t>；</a:t>
            </a:r>
          </a:p>
          <a:p>
            <a:pPr>
              <a:lnSpc>
                <a:spcPct val="120000"/>
              </a:lnSpc>
              <a:buFont typeface="Arial" panose="020B0604020202020204" pitchFamily="34" charset="0"/>
            </a:pPr>
            <a:r>
              <a:rPr lang="zh-CN" altLang="en-US" sz="2400" b="1" dirty="0" smtClean="0">
                <a:solidFill>
                  <a:srgbClr val="FFFF00"/>
                </a:solidFill>
                <a:latin typeface="宋体" panose="02010600030101010101" pitchFamily="2" charset="-122"/>
                <a:ea typeface="宋体" panose="02010600030101010101" pitchFamily="2" charset="-122"/>
                <a:sym typeface="宋体" panose="02010600030101010101" pitchFamily="2" charset="-122"/>
              </a:rPr>
              <a:t>还会见了刘晓和叶挺。</a:t>
            </a:r>
            <a:endParaRPr lang="en-US" altLang="zh-CN" sz="2400" b="1" dirty="0" smtClean="0">
              <a:solidFill>
                <a:srgbClr val="FFFF00"/>
              </a:solidFill>
              <a:latin typeface="宋体" panose="02010600030101010101" pitchFamily="2" charset="-122"/>
              <a:ea typeface="宋体" panose="02010600030101010101" pitchFamily="2" charset="-122"/>
              <a:sym typeface="宋体" panose="02010600030101010101" pitchFamily="2" charset="-122"/>
            </a:endParaRPr>
          </a:p>
          <a:p>
            <a:pPr>
              <a:lnSpc>
                <a:spcPct val="120000"/>
              </a:lnSpc>
              <a:buFont typeface="Arial" panose="020B0604020202020204" pitchFamily="34" charset="0"/>
            </a:pPr>
            <a:r>
              <a:rPr lang="zh-CN" altLang="en-US" sz="2400" b="1" dirty="0" smtClean="0">
                <a:solidFill>
                  <a:srgbClr val="FFFF00"/>
                </a:solidFill>
                <a:latin typeface="宋体" panose="02010600030101010101" pitchFamily="2" charset="-122"/>
                <a:ea typeface="宋体" panose="02010600030101010101" pitchFamily="2" charset="-122"/>
                <a:sym typeface="宋体" panose="02010600030101010101" pitchFamily="2" charset="-122"/>
              </a:rPr>
              <a:t>会见</a:t>
            </a:r>
            <a:r>
              <a:rPr lang="zh-CN" altLang="en-US" sz="2400" b="1" dirty="0">
                <a:solidFill>
                  <a:srgbClr val="FFFF00"/>
                </a:solidFill>
                <a:latin typeface="宋体" panose="02010600030101010101" pitchFamily="2" charset="-122"/>
                <a:ea typeface="宋体" panose="02010600030101010101" pitchFamily="2" charset="-122"/>
                <a:sym typeface="宋体" panose="02010600030101010101" pitchFamily="2" charset="-122"/>
              </a:rPr>
              <a:t>刘晓</a:t>
            </a:r>
            <a:r>
              <a:rPr lang="zh-CN" altLang="en-US" sz="2400" b="1" dirty="0">
                <a:solidFill>
                  <a:schemeClr val="bg1"/>
                </a:solidFill>
                <a:latin typeface="宋体" panose="02010600030101010101" pitchFamily="2" charset="-122"/>
                <a:ea typeface="宋体" panose="02010600030101010101" pitchFamily="2" charset="-122"/>
                <a:sym typeface="宋体" panose="02010600030101010101" pitchFamily="2" charset="-122"/>
              </a:rPr>
              <a:t>，要求抓住全面抗战的时机，放手发动群众抗日。</a:t>
            </a:r>
          </a:p>
          <a:p>
            <a:pPr>
              <a:lnSpc>
                <a:spcPct val="120000"/>
              </a:lnSpc>
              <a:buFont typeface="Arial" panose="020B0604020202020204" pitchFamily="34" charset="0"/>
            </a:pPr>
            <a:r>
              <a:rPr lang="zh-CN" altLang="en-US" sz="2400" b="1" dirty="0">
                <a:solidFill>
                  <a:schemeClr val="bg1"/>
                </a:solidFill>
                <a:latin typeface="宋体" panose="02010600030101010101" pitchFamily="2" charset="-122"/>
                <a:ea typeface="宋体" panose="02010600030101010101" pitchFamily="2" charset="-122"/>
                <a:sym typeface="宋体" panose="02010600030101010101" pitchFamily="2" charset="-122"/>
              </a:rPr>
              <a:t>经潘汉年安排</a:t>
            </a:r>
            <a:r>
              <a:rPr lang="zh-CN" altLang="en-US" sz="2400" b="1" dirty="0">
                <a:solidFill>
                  <a:srgbClr val="FFFF00"/>
                </a:solidFill>
                <a:latin typeface="宋体" panose="02010600030101010101" pitchFamily="2" charset="-122"/>
                <a:ea typeface="宋体" panose="02010600030101010101" pitchFamily="2" charset="-122"/>
                <a:sym typeface="宋体" panose="02010600030101010101" pitchFamily="2" charset="-122"/>
              </a:rPr>
              <a:t>会见叶挺</a:t>
            </a:r>
            <a:r>
              <a:rPr lang="zh-CN" altLang="en-US" sz="2400" b="1" dirty="0">
                <a:solidFill>
                  <a:schemeClr val="bg1"/>
                </a:solidFill>
                <a:latin typeface="宋体" panose="02010600030101010101" pitchFamily="2" charset="-122"/>
                <a:ea typeface="宋体" panose="02010600030101010101" pitchFamily="2" charset="-122"/>
                <a:sym typeface="宋体" panose="02010600030101010101" pitchFamily="2" charset="-122"/>
              </a:rPr>
              <a:t>，希望叶挺出面协调将南方红军游击队改编为新四军并出任军长。等等。</a:t>
            </a: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矩形 1"/>
          <p:cNvSpPr/>
          <p:nvPr/>
        </p:nvSpPr>
        <p:spPr>
          <a:xfrm>
            <a:off x="428625" y="621030"/>
            <a:ext cx="8455660" cy="5692775"/>
          </a:xfrm>
          <a:prstGeom prst="rect">
            <a:avLst/>
          </a:prstGeom>
          <a:noFill/>
          <a:ln w="9525">
            <a:noFill/>
          </a:ln>
        </p:spPr>
        <p:txBody>
          <a:bodyPr wrap="square" anchor="t" anchorCtr="0">
            <a:spAutoFit/>
          </a:bodyPr>
          <a:lstStyle/>
          <a:p>
            <a:pPr>
              <a:buFont typeface="Arial" panose="020B0604020202020204" pitchFamily="34" charset="0"/>
            </a:pPr>
            <a:r>
              <a:rPr lang="zh-CN" altLang="en-US" sz="3200" b="1" dirty="0">
                <a:solidFill>
                  <a:schemeClr val="bg1"/>
                </a:solidFill>
                <a:latin typeface="宋体" panose="02010600030101010101" pitchFamily="2" charset="-122"/>
                <a:sym typeface="+mn-ea"/>
              </a:rPr>
              <a:t>一、</a:t>
            </a:r>
            <a:r>
              <a:rPr lang="zh-CN" altLang="en-US" sz="3200" b="1" dirty="0">
                <a:solidFill>
                  <a:srgbClr val="FFFF00"/>
                </a:solidFill>
                <a:latin typeface="宋体" panose="02010600030101010101" pitchFamily="2" charset="-122"/>
                <a:sym typeface="+mn-ea"/>
              </a:rPr>
              <a:t>抗战胜利前夕中共夺取大上海的尝试</a:t>
            </a:r>
            <a:endParaRPr lang="zh-CN" altLang="en-US" sz="3200" b="1" dirty="0">
              <a:solidFill>
                <a:srgbClr val="FFFF00"/>
              </a:solidFill>
              <a:latin typeface="宋体" panose="02010600030101010101" pitchFamily="2" charset="-122"/>
              <a:sym typeface="宋体" panose="02010600030101010101" pitchFamily="2" charset="-122"/>
            </a:endParaRPr>
          </a:p>
          <a:p>
            <a:pPr>
              <a:buFont typeface="Arial" panose="020B0604020202020204" pitchFamily="34" charset="0"/>
            </a:pPr>
            <a:endParaRPr lang="zh-CN" altLang="en-US" sz="3200" b="1" dirty="0">
              <a:solidFill>
                <a:schemeClr val="bg1"/>
              </a:solidFill>
              <a:latin typeface="宋体" panose="02010600030101010101" pitchFamily="2" charset="-122"/>
              <a:ea typeface="宋体" panose="02010600030101010101" pitchFamily="2" charset="-122"/>
              <a:sym typeface="宋体" panose="02010600030101010101" pitchFamily="2" charset="-122"/>
            </a:endParaRPr>
          </a:p>
          <a:p>
            <a:pPr>
              <a:buFont typeface="Arial" panose="020B0604020202020204" pitchFamily="34" charset="0"/>
            </a:pPr>
            <a:r>
              <a:rPr lang="zh-CN" altLang="en-US" sz="2800" b="1" dirty="0">
                <a:solidFill>
                  <a:schemeClr val="bg1"/>
                </a:solidFill>
                <a:latin typeface="宋体" panose="02010600030101010101" pitchFamily="2" charset="-122"/>
                <a:ea typeface="宋体" panose="02010600030101010101" pitchFamily="2" charset="-122"/>
                <a:sym typeface="宋体" panose="02010600030101010101" pitchFamily="2" charset="-122"/>
              </a:rPr>
              <a:t>（二）</a:t>
            </a:r>
            <a:r>
              <a:rPr lang="zh-CN" altLang="en-US" sz="2800" b="1" dirty="0">
                <a:solidFill>
                  <a:schemeClr val="bg1"/>
                </a:solidFill>
                <a:latin typeface="Calibri" panose="020F0502020204030204" pitchFamily="34" charset="0"/>
                <a:ea typeface="宋体" panose="02010600030101010101" pitchFamily="2" charset="-122"/>
                <a:sym typeface="宋体" panose="02010600030101010101" pitchFamily="2" charset="-122"/>
              </a:rPr>
              <a:t>抗日战争</a:t>
            </a:r>
            <a:r>
              <a:rPr lang="zh-CN" altLang="en-US" sz="2800" b="1" dirty="0">
                <a:solidFill>
                  <a:srgbClr val="FFFF00"/>
                </a:solidFill>
                <a:latin typeface="Calibri" panose="020F0502020204030204" pitchFamily="34" charset="0"/>
                <a:ea typeface="宋体" panose="02010600030101010101" pitchFamily="2" charset="-122"/>
                <a:sym typeface="宋体" panose="02010600030101010101" pitchFamily="2" charset="-122"/>
              </a:rPr>
              <a:t>局部反攻局面的形成</a:t>
            </a:r>
          </a:p>
          <a:p>
            <a:pPr>
              <a:buFont typeface="Arial" panose="020B0604020202020204" pitchFamily="34" charset="0"/>
            </a:pPr>
            <a:endParaRPr lang="zh-CN" altLang="en-US" sz="3200" b="1" dirty="0">
              <a:solidFill>
                <a:schemeClr val="bg1"/>
              </a:solidFill>
              <a:latin typeface="宋体" panose="02010600030101010101" pitchFamily="2" charset="-122"/>
              <a:ea typeface="宋体" panose="02010600030101010101" pitchFamily="2" charset="-122"/>
              <a:sym typeface="宋体" panose="02010600030101010101" pitchFamily="2" charset="-122"/>
            </a:endParaRPr>
          </a:p>
          <a:p>
            <a:pPr>
              <a:buFont typeface="Arial" panose="020B0604020202020204" pitchFamily="34" charset="0"/>
            </a:pPr>
            <a:r>
              <a:rPr lang="zh-CN" altLang="en-US" sz="2400" b="1" dirty="0">
                <a:solidFill>
                  <a:schemeClr val="bg1"/>
                </a:solidFill>
                <a:latin typeface="宋体" panose="02010600030101010101" pitchFamily="2" charset="-122"/>
                <a:ea typeface="宋体" panose="02010600030101010101" pitchFamily="2" charset="-122"/>
                <a:sym typeface="宋体" panose="02010600030101010101" pitchFamily="2" charset="-122"/>
              </a:rPr>
              <a:t>进入</a:t>
            </a:r>
            <a:r>
              <a:rPr lang="en-US" altLang="zh-CN" sz="2400" b="1" dirty="0">
                <a:solidFill>
                  <a:schemeClr val="bg1"/>
                </a:solidFill>
                <a:latin typeface="宋体" panose="02010600030101010101" pitchFamily="2" charset="-122"/>
                <a:ea typeface="宋体" panose="02010600030101010101" pitchFamily="2" charset="-122"/>
                <a:sym typeface="宋体" panose="02010600030101010101" pitchFamily="2" charset="-122"/>
              </a:rPr>
              <a:t>1944</a:t>
            </a:r>
            <a:r>
              <a:rPr lang="zh-CN" altLang="en-US" sz="2400" b="1" dirty="0">
                <a:solidFill>
                  <a:schemeClr val="bg1"/>
                </a:solidFill>
                <a:latin typeface="宋体" panose="02010600030101010101" pitchFamily="2" charset="-122"/>
                <a:ea typeface="宋体" panose="02010600030101010101" pitchFamily="2" charset="-122"/>
                <a:sym typeface="宋体" panose="02010600030101010101" pitchFamily="2" charset="-122"/>
              </a:rPr>
              <a:t>年，苏德战场、太平洋战场和欧洲战场等反法西斯战争主要战场陆续进入</a:t>
            </a:r>
            <a:r>
              <a:rPr lang="zh-CN" altLang="en-US" sz="2400" b="1" dirty="0">
                <a:solidFill>
                  <a:srgbClr val="FFFF00"/>
                </a:solidFill>
                <a:latin typeface="宋体" panose="02010600030101010101" pitchFamily="2" charset="-122"/>
                <a:ea typeface="宋体" panose="02010600030101010101" pitchFamily="2" charset="-122"/>
                <a:sym typeface="宋体" panose="02010600030101010101" pitchFamily="2" charset="-122"/>
              </a:rPr>
              <a:t>局部反攻阶段</a:t>
            </a:r>
            <a:r>
              <a:rPr lang="zh-CN" altLang="en-US" sz="2400" b="1" dirty="0">
                <a:solidFill>
                  <a:schemeClr val="bg1"/>
                </a:solidFill>
                <a:latin typeface="宋体" panose="02010600030101010101" pitchFamily="2" charset="-122"/>
                <a:ea typeface="宋体" panose="02010600030101010101" pitchFamily="2" charset="-122"/>
                <a:sym typeface="宋体" panose="02010600030101010101" pitchFamily="2" charset="-122"/>
              </a:rPr>
              <a:t>。德、日法西斯走向败亡。</a:t>
            </a:r>
          </a:p>
          <a:p>
            <a:pPr>
              <a:buFont typeface="Arial" panose="020B0604020202020204" pitchFamily="34" charset="0"/>
            </a:pPr>
            <a:r>
              <a:rPr lang="zh-CN" altLang="en-US" sz="2400" b="1" dirty="0">
                <a:solidFill>
                  <a:schemeClr val="bg1"/>
                </a:solidFill>
                <a:latin typeface="宋体" panose="02010600030101010101" pitchFamily="2" charset="-122"/>
                <a:ea typeface="宋体" panose="02010600030101010101" pitchFamily="2" charset="-122"/>
                <a:sym typeface="宋体" panose="02010600030101010101" pitchFamily="2" charset="-122"/>
              </a:rPr>
              <a:t>中国战场也开始了局部反攻。中共中央总览全局，开始部署八路军、新四军和党领导的其他人民军队的战略反攻。</a:t>
            </a:r>
          </a:p>
          <a:p>
            <a:pPr>
              <a:buFont typeface="Arial" panose="020B0604020202020204" pitchFamily="34" charset="0"/>
            </a:pPr>
            <a:endParaRPr lang="zh-CN" altLang="en-US" sz="2400" b="1" dirty="0">
              <a:solidFill>
                <a:schemeClr val="bg1"/>
              </a:solidFill>
              <a:latin typeface="宋体" panose="02010600030101010101" pitchFamily="2" charset="-122"/>
              <a:ea typeface="宋体" panose="02010600030101010101" pitchFamily="2" charset="-122"/>
              <a:sym typeface="宋体" panose="02010600030101010101" pitchFamily="2" charset="-122"/>
            </a:endParaRPr>
          </a:p>
          <a:p>
            <a:pPr>
              <a:buFont typeface="Arial" panose="020B0604020202020204" pitchFamily="34" charset="0"/>
            </a:pPr>
            <a:r>
              <a:rPr lang="zh-CN" altLang="en-US" sz="2400" b="1" dirty="0">
                <a:solidFill>
                  <a:srgbClr val="FFFF00"/>
                </a:solidFill>
                <a:latin typeface="宋体" panose="02010600030101010101" pitchFamily="2" charset="-122"/>
                <a:ea typeface="宋体" panose="02010600030101010101" pitchFamily="2" charset="-122"/>
                <a:sym typeface="宋体" panose="02010600030101010101" pitchFamily="2" charset="-122"/>
              </a:rPr>
              <a:t>八路军</a:t>
            </a:r>
            <a:r>
              <a:rPr lang="zh-CN" altLang="en-US" sz="2400" b="1" dirty="0">
                <a:solidFill>
                  <a:schemeClr val="bg1"/>
                </a:solidFill>
                <a:latin typeface="宋体" panose="02010600030101010101" pitchFamily="2" charset="-122"/>
                <a:ea typeface="宋体" panose="02010600030101010101" pitchFamily="2" charset="-122"/>
                <a:sym typeface="宋体" panose="02010600030101010101" pitchFamily="2" charset="-122"/>
              </a:rPr>
              <a:t>：组建八路军</a:t>
            </a:r>
            <a:r>
              <a:rPr lang="en-US" altLang="zh-CN" sz="2400" b="1" dirty="0">
                <a:solidFill>
                  <a:schemeClr val="bg1"/>
                </a:solidFill>
                <a:latin typeface="宋体" panose="02010600030101010101" pitchFamily="2" charset="-122"/>
                <a:ea typeface="宋体" panose="02010600030101010101" pitchFamily="2" charset="-122"/>
                <a:sym typeface="宋体" panose="02010600030101010101" pitchFamily="2" charset="-122"/>
              </a:rPr>
              <a:t>359</a:t>
            </a:r>
            <a:r>
              <a:rPr lang="zh-CN" altLang="en-US" sz="2400" b="1" dirty="0">
                <a:solidFill>
                  <a:schemeClr val="bg1"/>
                </a:solidFill>
                <a:latin typeface="宋体" panose="02010600030101010101" pitchFamily="2" charset="-122"/>
                <a:ea typeface="宋体" panose="02010600030101010101" pitchFamily="2" charset="-122"/>
                <a:sym typeface="宋体" panose="02010600030101010101" pitchFamily="2" charset="-122"/>
              </a:rPr>
              <a:t>旅南下支队，由王震率领从陕甘宁边区南下，渡过黄河、长江，目标直指广州、香港等中心城市。</a:t>
            </a:r>
          </a:p>
          <a:p>
            <a:pPr>
              <a:buFont typeface="Arial" panose="020B0604020202020204" pitchFamily="34" charset="0"/>
            </a:pPr>
            <a:r>
              <a:rPr lang="zh-CN" altLang="en-US" sz="2400" b="1" dirty="0">
                <a:solidFill>
                  <a:srgbClr val="FFFF00"/>
                </a:solidFill>
                <a:latin typeface="宋体" panose="02010600030101010101" pitchFamily="2" charset="-122"/>
                <a:ea typeface="宋体" panose="02010600030101010101" pitchFamily="2" charset="-122"/>
                <a:sym typeface="宋体" panose="02010600030101010101" pitchFamily="2" charset="-122"/>
              </a:rPr>
              <a:t>新四军</a:t>
            </a:r>
            <a:r>
              <a:rPr lang="zh-CN" altLang="en-US" sz="2400" b="1" dirty="0">
                <a:solidFill>
                  <a:schemeClr val="bg1"/>
                </a:solidFill>
                <a:latin typeface="宋体" panose="02010600030101010101" pitchFamily="2" charset="-122"/>
                <a:ea typeface="宋体" panose="02010600030101010101" pitchFamily="2" charset="-122"/>
                <a:sym typeface="宋体" panose="02010600030101010101" pitchFamily="2" charset="-122"/>
              </a:rPr>
              <a:t>，组建以第一师为基础，由粟裕率领南下渡过长江进入苏浙边境，目标直指上海、南京等中心城市。</a:t>
            </a:r>
          </a:p>
          <a:p>
            <a:pPr>
              <a:buFont typeface="Arial" panose="020B0604020202020204" pitchFamily="34" charset="0"/>
            </a:pPr>
            <a:r>
              <a:rPr lang="zh-CN" altLang="en-US" sz="2400" b="1" dirty="0">
                <a:solidFill>
                  <a:schemeClr val="bg1"/>
                </a:solidFill>
                <a:latin typeface="宋体" panose="02010600030101010101" pitchFamily="2" charset="-122"/>
                <a:ea typeface="宋体" panose="02010600030101010101" pitchFamily="2" charset="-122"/>
                <a:sym typeface="宋体" panose="02010600030101010101" pitchFamily="2" charset="-122"/>
              </a:rPr>
              <a:t>中国敌后战场局部反攻局面初步形成。</a:t>
            </a: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矩形 1"/>
          <p:cNvSpPr/>
          <p:nvPr/>
        </p:nvSpPr>
        <p:spPr>
          <a:xfrm>
            <a:off x="428625" y="621030"/>
            <a:ext cx="8455660" cy="6062345"/>
          </a:xfrm>
          <a:prstGeom prst="rect">
            <a:avLst/>
          </a:prstGeom>
          <a:noFill/>
          <a:ln w="9525">
            <a:noFill/>
          </a:ln>
        </p:spPr>
        <p:txBody>
          <a:bodyPr wrap="square" anchor="t" anchorCtr="0">
            <a:spAutoFit/>
          </a:bodyPr>
          <a:lstStyle/>
          <a:p>
            <a:pPr>
              <a:buFont typeface="Arial" panose="020B0604020202020204" pitchFamily="34" charset="0"/>
            </a:pPr>
            <a:r>
              <a:rPr lang="zh-CN" altLang="en-US" sz="3200" b="1" dirty="0">
                <a:solidFill>
                  <a:schemeClr val="bg1"/>
                </a:solidFill>
                <a:latin typeface="宋体" panose="02010600030101010101" pitchFamily="2" charset="-122"/>
                <a:sym typeface="+mn-ea"/>
              </a:rPr>
              <a:t>一、抗战胜利前夕中共夺取大上海的尝试</a:t>
            </a:r>
            <a:endParaRPr lang="zh-CN" altLang="en-US" sz="3200" b="1" dirty="0">
              <a:solidFill>
                <a:schemeClr val="bg1"/>
              </a:solidFill>
              <a:latin typeface="宋体" panose="02010600030101010101" pitchFamily="2" charset="-122"/>
              <a:ea typeface="宋体" panose="02010600030101010101" pitchFamily="2" charset="-122"/>
              <a:sym typeface="宋体" panose="02010600030101010101" pitchFamily="2" charset="-122"/>
            </a:endParaRPr>
          </a:p>
          <a:p>
            <a:pPr>
              <a:buFont typeface="Arial" panose="020B0604020202020204" pitchFamily="34" charset="0"/>
            </a:pPr>
            <a:endParaRPr lang="zh-CN" altLang="en-US" sz="3200" b="1" dirty="0">
              <a:solidFill>
                <a:schemeClr val="bg1"/>
              </a:solidFill>
              <a:latin typeface="宋体" panose="02010600030101010101" pitchFamily="2" charset="-122"/>
              <a:ea typeface="宋体" panose="02010600030101010101" pitchFamily="2" charset="-122"/>
              <a:sym typeface="宋体" panose="02010600030101010101" pitchFamily="2" charset="-122"/>
            </a:endParaRPr>
          </a:p>
          <a:p>
            <a:pPr>
              <a:buFont typeface="Arial" panose="020B0604020202020204" pitchFamily="34" charset="0"/>
            </a:pPr>
            <a:r>
              <a:rPr lang="zh-CN" altLang="en-US" sz="2800" b="1" dirty="0">
                <a:solidFill>
                  <a:schemeClr val="bg1"/>
                </a:solidFill>
                <a:latin typeface="宋体" panose="02010600030101010101" pitchFamily="2" charset="-122"/>
                <a:ea typeface="宋体" panose="02010600030101010101" pitchFamily="2" charset="-122"/>
                <a:sym typeface="宋体" panose="02010600030101010101" pitchFamily="2" charset="-122"/>
              </a:rPr>
              <a:t>（三）</a:t>
            </a:r>
            <a:r>
              <a:rPr lang="zh-CN" altLang="en-US" sz="2800" b="1" dirty="0">
                <a:solidFill>
                  <a:srgbClr val="FFFF00"/>
                </a:solidFill>
                <a:latin typeface="Calibri" panose="020F0502020204030204" pitchFamily="34" charset="0"/>
                <a:ea typeface="宋体" panose="02010600030101010101" pitchFamily="2" charset="-122"/>
                <a:sym typeface="宋体" panose="02010600030101010101" pitchFamily="2" charset="-122"/>
              </a:rPr>
              <a:t>中共中央部署夺取大上海</a:t>
            </a:r>
          </a:p>
          <a:p>
            <a:pPr>
              <a:buFont typeface="Arial" panose="020B0604020202020204" pitchFamily="34" charset="0"/>
            </a:pPr>
            <a:endParaRPr lang="zh-CN" altLang="en-US" sz="3200" b="1" dirty="0">
              <a:solidFill>
                <a:schemeClr val="bg1"/>
              </a:solidFill>
              <a:latin typeface="宋体" panose="02010600030101010101" pitchFamily="2" charset="-122"/>
              <a:ea typeface="宋体" panose="02010600030101010101" pitchFamily="2" charset="-122"/>
              <a:sym typeface="宋体" panose="02010600030101010101" pitchFamily="2" charset="-122"/>
            </a:endParaRPr>
          </a:p>
          <a:p>
            <a:pPr>
              <a:buFont typeface="Arial" panose="020B0604020202020204" pitchFamily="34" charset="0"/>
            </a:pPr>
            <a:r>
              <a:rPr lang="en-US" altLang="zh-CN" sz="2400" b="1" dirty="0">
                <a:solidFill>
                  <a:srgbClr val="FFFF00"/>
                </a:solidFill>
                <a:latin typeface="宋体" panose="02010600030101010101" pitchFamily="2" charset="-122"/>
                <a:ea typeface="宋体" panose="02010600030101010101" pitchFamily="2" charset="-122"/>
                <a:sym typeface="宋体" panose="02010600030101010101" pitchFamily="2" charset="-122"/>
              </a:rPr>
              <a:t>1944</a:t>
            </a:r>
            <a:r>
              <a:rPr lang="zh-CN" altLang="en-US" sz="2400" b="1" dirty="0">
                <a:solidFill>
                  <a:srgbClr val="FFFF00"/>
                </a:solidFill>
                <a:latin typeface="宋体" panose="02010600030101010101" pitchFamily="2" charset="-122"/>
                <a:ea typeface="宋体" panose="02010600030101010101" pitchFamily="2" charset="-122"/>
                <a:sym typeface="宋体" panose="02010600030101010101" pitchFamily="2" charset="-122"/>
              </a:rPr>
              <a:t>年下半年，上海党组织遵照上级指示，深入发动群众开展</a:t>
            </a:r>
            <a:r>
              <a:rPr lang="en-US" altLang="zh-CN" sz="2400" b="1" dirty="0">
                <a:solidFill>
                  <a:srgbClr val="FFFF00"/>
                </a:solidFill>
                <a:latin typeface="宋体" panose="02010600030101010101" pitchFamily="2" charset="-122"/>
                <a:ea typeface="宋体" panose="02010600030101010101" pitchFamily="2" charset="-122"/>
                <a:sym typeface="宋体" panose="02010600030101010101" pitchFamily="2" charset="-122"/>
              </a:rPr>
              <a:t>“</a:t>
            </a:r>
            <a:r>
              <a:rPr lang="zh-CN" altLang="en-US" sz="2400" b="1" dirty="0">
                <a:solidFill>
                  <a:srgbClr val="FFFF00"/>
                </a:solidFill>
                <a:latin typeface="宋体" panose="02010600030101010101" pitchFamily="2" charset="-122"/>
                <a:ea typeface="宋体" panose="02010600030101010101" pitchFamily="2" charset="-122"/>
                <a:sym typeface="宋体" panose="02010600030101010101" pitchFamily="2" charset="-122"/>
              </a:rPr>
              <a:t>天亮运动</a:t>
            </a:r>
            <a:r>
              <a:rPr lang="en-US" altLang="zh-CN" sz="2400" b="1" dirty="0">
                <a:solidFill>
                  <a:srgbClr val="FFFF00"/>
                </a:solidFill>
                <a:latin typeface="宋体" panose="02010600030101010101" pitchFamily="2" charset="-122"/>
                <a:ea typeface="宋体" panose="02010600030101010101" pitchFamily="2" charset="-122"/>
                <a:sym typeface="宋体" panose="02010600030101010101" pitchFamily="2" charset="-122"/>
              </a:rPr>
              <a:t>”</a:t>
            </a:r>
            <a:r>
              <a:rPr lang="zh-CN" altLang="en-US" sz="2400" b="1" dirty="0">
                <a:solidFill>
                  <a:schemeClr val="bg1"/>
                </a:solidFill>
                <a:latin typeface="宋体" panose="02010600030101010101" pitchFamily="2" charset="-122"/>
                <a:ea typeface="宋体" panose="02010600030101010101" pitchFamily="2" charset="-122"/>
                <a:sym typeface="宋体" panose="02010600030101010101" pitchFamily="2" charset="-122"/>
              </a:rPr>
              <a:t>，秘密组建地下军为配合新四军夺取上海作好准备。</a:t>
            </a:r>
            <a:r>
              <a:rPr lang="en-US" altLang="zh-CN" sz="2400" b="1" dirty="0">
                <a:solidFill>
                  <a:schemeClr val="bg1"/>
                </a:solidFill>
                <a:latin typeface="宋体" panose="02010600030101010101" pitchFamily="2" charset="-122"/>
                <a:ea typeface="宋体" panose="02010600030101010101" pitchFamily="2" charset="-122"/>
                <a:sym typeface="宋体" panose="02010600030101010101" pitchFamily="2" charset="-122"/>
              </a:rPr>
              <a:t>6</a:t>
            </a:r>
            <a:r>
              <a:rPr lang="zh-CN" altLang="en-US" sz="2400" b="1" dirty="0">
                <a:solidFill>
                  <a:schemeClr val="bg1"/>
                </a:solidFill>
                <a:latin typeface="宋体" panose="02010600030101010101" pitchFamily="2" charset="-122"/>
                <a:ea typeface="宋体" panose="02010600030101010101" pitchFamily="2" charset="-122"/>
                <a:sym typeface="宋体" panose="02010600030101010101" pitchFamily="2" charset="-122"/>
              </a:rPr>
              <a:t>月，中共中央发出</a:t>
            </a:r>
            <a:r>
              <a:rPr lang="zh-CN" altLang="en-US" sz="2400" b="1" dirty="0" smtClean="0">
                <a:solidFill>
                  <a:schemeClr val="bg1"/>
                </a:solidFill>
                <a:latin typeface="宋体" panose="02010600030101010101" pitchFamily="2" charset="-122"/>
                <a:ea typeface="宋体" panose="02010600030101010101" pitchFamily="2" charset="-122"/>
                <a:sym typeface="宋体" panose="02010600030101010101" pitchFamily="2" charset="-122"/>
              </a:rPr>
              <a:t>《中央关于城市工作的指示》</a:t>
            </a:r>
            <a:r>
              <a:rPr lang="zh-CN" altLang="en-US" sz="2400" b="1" dirty="0">
                <a:solidFill>
                  <a:schemeClr val="bg1"/>
                </a:solidFill>
                <a:latin typeface="宋体" panose="02010600030101010101" pitchFamily="2" charset="-122"/>
                <a:ea typeface="宋体" panose="02010600030101010101" pitchFamily="2" charset="-122"/>
                <a:sym typeface="宋体" panose="02010600030101010101" pitchFamily="2" charset="-122"/>
              </a:rPr>
              <a:t>，提出城市工作要从长期隐蔽、积蓄力量，转到准备武装起义，里应外合占领城市，</a:t>
            </a:r>
            <a:r>
              <a:rPr lang="zh-CN" altLang="en-US" sz="2400" b="1" dirty="0">
                <a:solidFill>
                  <a:srgbClr val="FFFF00"/>
                </a:solidFill>
                <a:latin typeface="宋体" panose="02010600030101010101" pitchFamily="2" charset="-122"/>
                <a:ea typeface="宋体" panose="02010600030101010101" pitchFamily="2" charset="-122"/>
                <a:sym typeface="宋体" panose="02010600030101010101" pitchFamily="2" charset="-122"/>
              </a:rPr>
              <a:t>开展</a:t>
            </a:r>
            <a:r>
              <a:rPr lang="en-US" altLang="zh-CN" sz="2400" b="1" dirty="0">
                <a:solidFill>
                  <a:srgbClr val="FFFF00"/>
                </a:solidFill>
                <a:latin typeface="宋体" panose="02010600030101010101" pitchFamily="2" charset="-122"/>
                <a:ea typeface="宋体" panose="02010600030101010101" pitchFamily="2" charset="-122"/>
                <a:sym typeface="宋体" panose="02010600030101010101" pitchFamily="2" charset="-122"/>
              </a:rPr>
              <a:t>“</a:t>
            </a:r>
            <a:r>
              <a:rPr lang="zh-CN" altLang="en-US" sz="2400" b="1" dirty="0">
                <a:solidFill>
                  <a:srgbClr val="FFFF00"/>
                </a:solidFill>
                <a:latin typeface="宋体" panose="02010600030101010101" pitchFamily="2" charset="-122"/>
                <a:ea typeface="宋体" panose="02010600030101010101" pitchFamily="2" charset="-122"/>
                <a:sym typeface="宋体" panose="02010600030101010101" pitchFamily="2" charset="-122"/>
              </a:rPr>
              <a:t>天亮运动</a:t>
            </a:r>
            <a:r>
              <a:rPr lang="en-US" altLang="zh-CN" sz="2400" b="1" dirty="0">
                <a:solidFill>
                  <a:srgbClr val="FFFF00"/>
                </a:solidFill>
                <a:latin typeface="宋体" panose="02010600030101010101" pitchFamily="2" charset="-122"/>
                <a:ea typeface="宋体" panose="02010600030101010101" pitchFamily="2" charset="-122"/>
                <a:sym typeface="宋体" panose="02010600030101010101" pitchFamily="2" charset="-122"/>
              </a:rPr>
              <a:t>”</a:t>
            </a:r>
            <a:r>
              <a:rPr lang="zh-CN" altLang="en-US" sz="2400" b="1" dirty="0">
                <a:solidFill>
                  <a:schemeClr val="bg1"/>
                </a:solidFill>
                <a:latin typeface="宋体" panose="02010600030101010101" pitchFamily="2" charset="-122"/>
                <a:ea typeface="宋体" panose="02010600030101010101" pitchFamily="2" charset="-122"/>
                <a:sym typeface="宋体" panose="02010600030101010101" pitchFamily="2" charset="-122"/>
              </a:rPr>
              <a:t>。</a:t>
            </a:r>
          </a:p>
          <a:p>
            <a:pPr>
              <a:buFont typeface="Arial" panose="020B0604020202020204" pitchFamily="34" charset="0"/>
            </a:pPr>
            <a:r>
              <a:rPr lang="zh-CN" altLang="en-US" sz="2400" b="1" dirty="0">
                <a:solidFill>
                  <a:schemeClr val="bg1"/>
                </a:solidFill>
                <a:latin typeface="宋体" panose="02010600030101010101" pitchFamily="2" charset="-122"/>
                <a:ea typeface="宋体" panose="02010600030101010101" pitchFamily="2" charset="-122"/>
                <a:sym typeface="宋体" panose="02010600030101010101" pitchFamily="2" charset="-122"/>
              </a:rPr>
              <a:t>上海民众为</a:t>
            </a:r>
            <a:r>
              <a:rPr lang="en-US" altLang="zh-CN" sz="2400" b="1" dirty="0">
                <a:solidFill>
                  <a:schemeClr val="bg1"/>
                </a:solidFill>
                <a:latin typeface="宋体" panose="02010600030101010101" pitchFamily="2" charset="-122"/>
                <a:ea typeface="宋体" panose="02010600030101010101" pitchFamily="2" charset="-122"/>
                <a:sym typeface="宋体" panose="02010600030101010101" pitchFamily="2" charset="-122"/>
              </a:rPr>
              <a:t>“</a:t>
            </a:r>
            <a:r>
              <a:rPr lang="zh-CN" altLang="en-US" sz="2400" b="1" dirty="0">
                <a:solidFill>
                  <a:schemeClr val="bg1"/>
                </a:solidFill>
                <a:latin typeface="宋体" panose="02010600030101010101" pitchFamily="2" charset="-122"/>
                <a:ea typeface="宋体" panose="02010600030101010101" pitchFamily="2" charset="-122"/>
                <a:sym typeface="宋体" panose="02010600030101010101" pitchFamily="2" charset="-122"/>
              </a:rPr>
              <a:t>天快亮了</a:t>
            </a:r>
            <a:r>
              <a:rPr lang="en-US" altLang="zh-CN" sz="2400" b="1" dirty="0">
                <a:solidFill>
                  <a:schemeClr val="bg1"/>
                </a:solidFill>
                <a:latin typeface="宋体" panose="02010600030101010101" pitchFamily="2" charset="-122"/>
                <a:ea typeface="宋体" panose="02010600030101010101" pitchFamily="2" charset="-122"/>
                <a:sym typeface="宋体" panose="02010600030101010101" pitchFamily="2" charset="-122"/>
              </a:rPr>
              <a:t>”</a:t>
            </a:r>
            <a:r>
              <a:rPr lang="zh-CN" altLang="en-US" sz="2400" b="1" dirty="0">
                <a:solidFill>
                  <a:schemeClr val="bg1"/>
                </a:solidFill>
                <a:latin typeface="宋体" panose="02010600030101010101" pitchFamily="2" charset="-122"/>
                <a:ea typeface="宋体" panose="02010600030101010101" pitchFamily="2" charset="-122"/>
                <a:sym typeface="宋体" panose="02010600030101010101" pitchFamily="2" charset="-122"/>
              </a:rPr>
              <a:t>而欢欣鼓舞。为冲破黑暗，上海党组织在</a:t>
            </a:r>
            <a:r>
              <a:rPr lang="en-US" altLang="zh-CN" sz="2400" b="1" dirty="0">
                <a:solidFill>
                  <a:schemeClr val="bg1"/>
                </a:solidFill>
                <a:latin typeface="宋体" panose="02010600030101010101" pitchFamily="2" charset="-122"/>
                <a:ea typeface="宋体" panose="02010600030101010101" pitchFamily="2" charset="-122"/>
                <a:sym typeface="宋体" panose="02010600030101010101" pitchFamily="2" charset="-122"/>
              </a:rPr>
              <a:t>1944</a:t>
            </a:r>
            <a:r>
              <a:rPr lang="zh-CN" altLang="en-US" sz="2400" b="1" dirty="0">
                <a:solidFill>
                  <a:schemeClr val="bg1"/>
                </a:solidFill>
                <a:latin typeface="宋体" panose="02010600030101010101" pitchFamily="2" charset="-122"/>
                <a:ea typeface="宋体" panose="02010600030101010101" pitchFamily="2" charset="-122"/>
                <a:sym typeface="宋体" panose="02010600030101010101" pitchFamily="2" charset="-122"/>
              </a:rPr>
              <a:t>年圣诞节与</a:t>
            </a:r>
            <a:r>
              <a:rPr lang="en-US" altLang="zh-CN" sz="2400" b="1" dirty="0">
                <a:solidFill>
                  <a:schemeClr val="bg1"/>
                </a:solidFill>
                <a:latin typeface="宋体" panose="02010600030101010101" pitchFamily="2" charset="-122"/>
                <a:ea typeface="宋体" panose="02010600030101010101" pitchFamily="2" charset="-122"/>
                <a:sym typeface="宋体" panose="02010600030101010101" pitchFamily="2" charset="-122"/>
              </a:rPr>
              <a:t>1945</a:t>
            </a:r>
            <a:r>
              <a:rPr lang="zh-CN" altLang="en-US" sz="2400" b="1" dirty="0">
                <a:solidFill>
                  <a:schemeClr val="bg1"/>
                </a:solidFill>
                <a:latin typeface="宋体" panose="02010600030101010101" pitchFamily="2" charset="-122"/>
                <a:ea typeface="宋体" panose="02010600030101010101" pitchFamily="2" charset="-122"/>
                <a:sym typeface="宋体" panose="02010600030101010101" pitchFamily="2" charset="-122"/>
              </a:rPr>
              <a:t>年元旦、春节之际开展迎接</a:t>
            </a:r>
            <a:r>
              <a:rPr lang="en-US" altLang="zh-CN" sz="2400" b="1" dirty="0">
                <a:solidFill>
                  <a:schemeClr val="bg1"/>
                </a:solidFill>
                <a:latin typeface="宋体" panose="02010600030101010101" pitchFamily="2" charset="-122"/>
                <a:ea typeface="宋体" panose="02010600030101010101" pitchFamily="2" charset="-122"/>
                <a:sym typeface="宋体" panose="02010600030101010101" pitchFamily="2" charset="-122"/>
              </a:rPr>
              <a:t>“</a:t>
            </a:r>
            <a:r>
              <a:rPr lang="zh-CN" altLang="en-US" sz="2400" b="1" dirty="0">
                <a:solidFill>
                  <a:schemeClr val="bg1"/>
                </a:solidFill>
                <a:latin typeface="宋体" panose="02010600030101010101" pitchFamily="2" charset="-122"/>
                <a:ea typeface="宋体" panose="02010600030101010101" pitchFamily="2" charset="-122"/>
                <a:sym typeface="宋体" panose="02010600030101010101" pitchFamily="2" charset="-122"/>
              </a:rPr>
              <a:t>天亮运动</a:t>
            </a:r>
            <a:r>
              <a:rPr lang="en-US" altLang="zh-CN" sz="2400" b="1" dirty="0">
                <a:solidFill>
                  <a:schemeClr val="bg1"/>
                </a:solidFill>
                <a:latin typeface="宋体" panose="02010600030101010101" pitchFamily="2" charset="-122"/>
                <a:ea typeface="宋体" panose="02010600030101010101" pitchFamily="2" charset="-122"/>
                <a:sym typeface="宋体" panose="02010600030101010101" pitchFamily="2" charset="-122"/>
              </a:rPr>
              <a:t>”</a:t>
            </a:r>
            <a:r>
              <a:rPr lang="zh-CN" altLang="en-US" sz="2400" b="1" dirty="0">
                <a:solidFill>
                  <a:schemeClr val="bg1"/>
                </a:solidFill>
                <a:latin typeface="宋体" panose="02010600030101010101" pitchFamily="2" charset="-122"/>
                <a:ea typeface="宋体" panose="02010600030101010101" pitchFamily="2" charset="-122"/>
                <a:sym typeface="宋体" panose="02010600030101010101" pitchFamily="2" charset="-122"/>
              </a:rPr>
              <a:t>。学委系统秘密印刷近千份写有</a:t>
            </a:r>
            <a:r>
              <a:rPr lang="en-US" altLang="zh-CN" sz="2400" b="1" dirty="0">
                <a:solidFill>
                  <a:schemeClr val="bg1"/>
                </a:solidFill>
                <a:latin typeface="宋体" panose="02010600030101010101" pitchFamily="2" charset="-122"/>
                <a:ea typeface="宋体" panose="02010600030101010101" pitchFamily="2" charset="-122"/>
                <a:sym typeface="宋体" panose="02010600030101010101" pitchFamily="2" charset="-122"/>
              </a:rPr>
              <a:t>“</a:t>
            </a:r>
            <a:r>
              <a:rPr lang="zh-CN" altLang="en-US" sz="2400" b="1" dirty="0">
                <a:solidFill>
                  <a:schemeClr val="bg1"/>
                </a:solidFill>
                <a:latin typeface="宋体" panose="02010600030101010101" pitchFamily="2" charset="-122"/>
                <a:ea typeface="宋体" panose="02010600030101010101" pitchFamily="2" charset="-122"/>
                <a:sym typeface="宋体" panose="02010600030101010101" pitchFamily="2" charset="-122"/>
              </a:rPr>
              <a:t>迎接抗日战争最后胜利</a:t>
            </a:r>
            <a:r>
              <a:rPr lang="en-US" altLang="zh-CN" sz="2400" b="1" dirty="0">
                <a:solidFill>
                  <a:schemeClr val="bg1"/>
                </a:solidFill>
                <a:latin typeface="宋体" panose="02010600030101010101" pitchFamily="2" charset="-122"/>
                <a:ea typeface="宋体" panose="02010600030101010101" pitchFamily="2" charset="-122"/>
                <a:sym typeface="宋体" panose="02010600030101010101" pitchFamily="2" charset="-122"/>
              </a:rPr>
              <a:t>”</a:t>
            </a:r>
            <a:r>
              <a:rPr lang="zh-CN" altLang="en-US" sz="2400" b="1" dirty="0">
                <a:solidFill>
                  <a:schemeClr val="bg1"/>
                </a:solidFill>
                <a:latin typeface="宋体" panose="02010600030101010101" pitchFamily="2" charset="-122"/>
                <a:ea typeface="宋体" panose="02010600030101010101" pitchFamily="2" charset="-122"/>
                <a:sym typeface="宋体" panose="02010600030101010101" pitchFamily="2" charset="-122"/>
              </a:rPr>
              <a:t>的贺年卡分送师生。工委系统以新四军上海办事处名义向各界上层寄送印有</a:t>
            </a:r>
            <a:r>
              <a:rPr lang="en-US" altLang="zh-CN" sz="2400" b="1" dirty="0">
                <a:solidFill>
                  <a:srgbClr val="FFFF00"/>
                </a:solidFill>
                <a:latin typeface="宋体" panose="02010600030101010101" pitchFamily="2" charset="-122"/>
                <a:ea typeface="宋体" panose="02010600030101010101" pitchFamily="2" charset="-122"/>
                <a:sym typeface="宋体" panose="02010600030101010101" pitchFamily="2" charset="-122"/>
              </a:rPr>
              <a:t>“</a:t>
            </a:r>
            <a:r>
              <a:rPr lang="zh-CN" altLang="en-US" sz="2400" b="1" dirty="0">
                <a:solidFill>
                  <a:srgbClr val="FFFF00"/>
                </a:solidFill>
                <a:latin typeface="宋体" panose="02010600030101010101" pitchFamily="2" charset="-122"/>
                <a:ea typeface="宋体" panose="02010600030101010101" pitchFamily="2" charset="-122"/>
                <a:sym typeface="宋体" panose="02010600030101010101" pitchFamily="2" charset="-122"/>
              </a:rPr>
              <a:t>配合新四军，反攻大上海</a:t>
            </a:r>
            <a:r>
              <a:rPr lang="en-US" altLang="zh-CN" sz="2400" b="1" dirty="0">
                <a:solidFill>
                  <a:srgbClr val="FFFF00"/>
                </a:solidFill>
                <a:latin typeface="宋体" panose="02010600030101010101" pitchFamily="2" charset="-122"/>
                <a:ea typeface="宋体" panose="02010600030101010101" pitchFamily="2" charset="-122"/>
                <a:sym typeface="宋体" panose="02010600030101010101" pitchFamily="2" charset="-122"/>
              </a:rPr>
              <a:t>”</a:t>
            </a:r>
            <a:r>
              <a:rPr lang="zh-CN" altLang="en-US" sz="2400" b="1" dirty="0">
                <a:solidFill>
                  <a:schemeClr val="bg1"/>
                </a:solidFill>
                <a:latin typeface="宋体" panose="02010600030101010101" pitchFamily="2" charset="-122"/>
                <a:ea typeface="宋体" panose="02010600030101010101" pitchFamily="2" charset="-122"/>
                <a:sym typeface="宋体" panose="02010600030101010101" pitchFamily="2" charset="-122"/>
              </a:rPr>
              <a:t>的贺年卡。伪军政警特人员收到的则是印有</a:t>
            </a:r>
            <a:r>
              <a:rPr lang="en-US" altLang="zh-CN" sz="2400" b="1" dirty="0">
                <a:solidFill>
                  <a:schemeClr val="bg1"/>
                </a:solidFill>
                <a:latin typeface="宋体" panose="02010600030101010101" pitchFamily="2" charset="-122"/>
                <a:ea typeface="宋体" panose="02010600030101010101" pitchFamily="2" charset="-122"/>
                <a:sym typeface="宋体" panose="02010600030101010101" pitchFamily="2" charset="-122"/>
              </a:rPr>
              <a:t>“</a:t>
            </a:r>
            <a:r>
              <a:rPr lang="zh-CN" altLang="en-US" sz="2400" b="1" dirty="0">
                <a:solidFill>
                  <a:schemeClr val="bg1"/>
                </a:solidFill>
                <a:latin typeface="宋体" panose="02010600030101010101" pitchFamily="2" charset="-122"/>
                <a:ea typeface="宋体" panose="02010600030101010101" pitchFamily="2" charset="-122"/>
                <a:sym typeface="宋体" panose="02010600030101010101" pitchFamily="2" charset="-122"/>
              </a:rPr>
              <a:t>身在曹营心在汉</a:t>
            </a:r>
            <a:r>
              <a:rPr lang="en-US" altLang="zh-CN" sz="2400" b="1" dirty="0">
                <a:solidFill>
                  <a:schemeClr val="bg1"/>
                </a:solidFill>
                <a:latin typeface="宋体" panose="02010600030101010101" pitchFamily="2" charset="-122"/>
                <a:ea typeface="宋体" panose="02010600030101010101" pitchFamily="2" charset="-122"/>
                <a:sym typeface="宋体" panose="02010600030101010101" pitchFamily="2" charset="-122"/>
              </a:rPr>
              <a:t>”</a:t>
            </a:r>
            <a:r>
              <a:rPr lang="zh-CN" altLang="en-US" sz="2400" b="1" dirty="0">
                <a:solidFill>
                  <a:schemeClr val="bg1"/>
                </a:solidFill>
                <a:latin typeface="宋体" panose="02010600030101010101" pitchFamily="2" charset="-122"/>
                <a:ea typeface="宋体" panose="02010600030101010101" pitchFamily="2" charset="-122"/>
                <a:sym typeface="宋体" panose="02010600030101010101" pitchFamily="2" charset="-122"/>
              </a:rPr>
              <a:t>的警告信。</a:t>
            </a: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矩形 1"/>
          <p:cNvSpPr/>
          <p:nvPr/>
        </p:nvSpPr>
        <p:spPr>
          <a:xfrm>
            <a:off x="428625" y="621030"/>
            <a:ext cx="8455660" cy="5878532"/>
          </a:xfrm>
          <a:prstGeom prst="rect">
            <a:avLst/>
          </a:prstGeom>
          <a:noFill/>
          <a:ln w="9525">
            <a:noFill/>
          </a:ln>
        </p:spPr>
        <p:txBody>
          <a:bodyPr wrap="square" anchor="t" anchorCtr="0">
            <a:spAutoFit/>
          </a:bodyPr>
          <a:lstStyle/>
          <a:p>
            <a:pPr>
              <a:buFont typeface="Arial" panose="020B0604020202020204" pitchFamily="34" charset="0"/>
            </a:pPr>
            <a:r>
              <a:rPr lang="zh-CN" altLang="en-US" sz="3200" b="1" dirty="0">
                <a:solidFill>
                  <a:schemeClr val="bg1"/>
                </a:solidFill>
                <a:latin typeface="宋体" panose="02010600030101010101" pitchFamily="2" charset="-122"/>
                <a:sym typeface="+mn-ea"/>
              </a:rPr>
              <a:t>一、抗战胜利前夕中共夺取大上海的尝试</a:t>
            </a:r>
            <a:endParaRPr lang="zh-CN" altLang="en-US" sz="3200" b="1" dirty="0">
              <a:solidFill>
                <a:schemeClr val="bg1"/>
              </a:solidFill>
              <a:latin typeface="宋体" panose="02010600030101010101" pitchFamily="2" charset="-122"/>
              <a:ea typeface="宋体" panose="02010600030101010101" pitchFamily="2" charset="-122"/>
              <a:sym typeface="宋体" panose="02010600030101010101" pitchFamily="2" charset="-122"/>
            </a:endParaRPr>
          </a:p>
          <a:p>
            <a:pPr>
              <a:buFont typeface="Arial" panose="020B0604020202020204" pitchFamily="34" charset="0"/>
            </a:pPr>
            <a:endParaRPr lang="zh-CN" altLang="en-US" sz="3200" b="1" dirty="0">
              <a:solidFill>
                <a:schemeClr val="bg1"/>
              </a:solidFill>
              <a:latin typeface="宋体" panose="02010600030101010101" pitchFamily="2" charset="-122"/>
              <a:ea typeface="宋体" panose="02010600030101010101" pitchFamily="2" charset="-122"/>
              <a:sym typeface="宋体" panose="02010600030101010101" pitchFamily="2" charset="-122"/>
            </a:endParaRPr>
          </a:p>
          <a:p>
            <a:pPr>
              <a:buFont typeface="Arial" panose="020B0604020202020204" pitchFamily="34" charset="0"/>
            </a:pPr>
            <a:r>
              <a:rPr lang="zh-CN" altLang="en-US" sz="2400" b="1" dirty="0">
                <a:solidFill>
                  <a:srgbClr val="FFFF00"/>
                </a:solidFill>
                <a:latin typeface="宋体" panose="02010600030101010101" pitchFamily="2" charset="-122"/>
                <a:ea typeface="宋体" panose="02010600030101010101" pitchFamily="2" charset="-122"/>
                <a:sym typeface="宋体" panose="02010600030101010101" pitchFamily="2" charset="-122"/>
              </a:rPr>
              <a:t>上海人民组建地下军</a:t>
            </a:r>
            <a:r>
              <a:rPr lang="zh-CN" altLang="en-US" sz="2400" b="1" dirty="0">
                <a:solidFill>
                  <a:schemeClr val="bg1"/>
                </a:solidFill>
                <a:latin typeface="宋体" panose="02010600030101010101" pitchFamily="2" charset="-122"/>
                <a:ea typeface="宋体" panose="02010600030101010101" pitchFamily="2" charset="-122"/>
                <a:sym typeface="宋体" panose="02010600030101010101" pitchFamily="2" charset="-122"/>
              </a:rPr>
              <a:t>，迎接抗战胜利。</a:t>
            </a:r>
          </a:p>
          <a:p>
            <a:pPr>
              <a:buFont typeface="Arial" panose="020B0604020202020204" pitchFamily="34" charset="0"/>
            </a:pPr>
            <a:endParaRPr lang="zh-CN" altLang="en-US" sz="2400" b="1" dirty="0">
              <a:solidFill>
                <a:schemeClr val="bg1"/>
              </a:solidFill>
              <a:latin typeface="宋体" panose="02010600030101010101" pitchFamily="2" charset="-122"/>
              <a:ea typeface="宋体" panose="02010600030101010101" pitchFamily="2" charset="-122"/>
              <a:sym typeface="宋体" panose="02010600030101010101" pitchFamily="2" charset="-122"/>
            </a:endParaRPr>
          </a:p>
          <a:p>
            <a:pPr>
              <a:buFont typeface="Arial" panose="020B0604020202020204" pitchFamily="34" charset="0"/>
            </a:pPr>
            <a:r>
              <a:rPr lang="zh-CN" altLang="en-US" sz="2400" b="1" dirty="0">
                <a:solidFill>
                  <a:schemeClr val="bg1"/>
                </a:solidFill>
                <a:latin typeface="宋体" panose="02010600030101010101" pitchFamily="2" charset="-122"/>
                <a:ea typeface="宋体" panose="02010600030101010101" pitchFamily="2" charset="-122"/>
                <a:sym typeface="宋体" panose="02010600030101010101" pitchFamily="2" charset="-122"/>
              </a:rPr>
              <a:t>组建地下军分两线进行：一是通过工委所属组织在市区组建工人地下军；二是由近郊工委组建近郊地下军。华中局将一批在根据地经过锻炼的干部派回上海作为骨干。</a:t>
            </a:r>
          </a:p>
          <a:p>
            <a:pPr>
              <a:buFont typeface="Arial" panose="020B0604020202020204" pitchFamily="34" charset="0"/>
            </a:pPr>
            <a:r>
              <a:rPr lang="en-US" altLang="zh-CN" sz="2400" b="1" dirty="0">
                <a:solidFill>
                  <a:schemeClr val="bg1"/>
                </a:solidFill>
                <a:latin typeface="宋体" panose="02010600030101010101" pitchFamily="2" charset="-122"/>
                <a:ea typeface="宋体" panose="02010600030101010101" pitchFamily="2" charset="-122"/>
                <a:sym typeface="宋体" panose="02010600030101010101" pitchFamily="2" charset="-122"/>
              </a:rPr>
              <a:t>1945</a:t>
            </a:r>
            <a:r>
              <a:rPr lang="zh-CN" altLang="en-US" sz="2400" b="1" dirty="0">
                <a:solidFill>
                  <a:schemeClr val="bg1"/>
                </a:solidFill>
                <a:latin typeface="宋体" panose="02010600030101010101" pitchFamily="2" charset="-122"/>
                <a:ea typeface="宋体" panose="02010600030101010101" pitchFamily="2" charset="-122"/>
                <a:sym typeface="宋体" panose="02010600030101010101" pitchFamily="2" charset="-122"/>
              </a:rPr>
              <a:t>年春，工委领导的各地区、工厂的工人地下军已发展至</a:t>
            </a:r>
            <a:r>
              <a:rPr lang="en-US" altLang="zh-CN" sz="2400" b="1" dirty="0">
                <a:solidFill>
                  <a:schemeClr val="bg1"/>
                </a:solidFill>
                <a:latin typeface="宋体" panose="02010600030101010101" pitchFamily="2" charset="-122"/>
                <a:ea typeface="宋体" panose="02010600030101010101" pitchFamily="2" charset="-122"/>
                <a:sym typeface="宋体" panose="02010600030101010101" pitchFamily="2" charset="-122"/>
              </a:rPr>
              <a:t>260</a:t>
            </a:r>
            <a:r>
              <a:rPr lang="zh-CN" altLang="en-US" sz="2400" b="1" dirty="0">
                <a:solidFill>
                  <a:schemeClr val="bg1"/>
                </a:solidFill>
                <a:latin typeface="宋体" panose="02010600030101010101" pitchFamily="2" charset="-122"/>
                <a:ea typeface="宋体" panose="02010600030101010101" pitchFamily="2" charset="-122"/>
                <a:sym typeface="宋体" panose="02010600030101010101" pitchFamily="2" charset="-122"/>
              </a:rPr>
              <a:t>余人，其中党员</a:t>
            </a:r>
            <a:r>
              <a:rPr lang="en-US" altLang="zh-CN" sz="2400" b="1" dirty="0">
                <a:solidFill>
                  <a:schemeClr val="bg1"/>
                </a:solidFill>
                <a:latin typeface="宋体" panose="02010600030101010101" pitchFamily="2" charset="-122"/>
                <a:ea typeface="宋体" panose="02010600030101010101" pitchFamily="2" charset="-122"/>
                <a:sym typeface="宋体" panose="02010600030101010101" pitchFamily="2" charset="-122"/>
              </a:rPr>
              <a:t>50</a:t>
            </a:r>
            <a:r>
              <a:rPr lang="zh-CN" altLang="en-US" sz="2400" b="1" dirty="0">
                <a:solidFill>
                  <a:schemeClr val="bg1"/>
                </a:solidFill>
                <a:latin typeface="宋体" panose="02010600030101010101" pitchFamily="2" charset="-122"/>
                <a:ea typeface="宋体" panose="02010600030101010101" pitchFamily="2" charset="-122"/>
                <a:sym typeface="宋体" panose="02010600030101010101" pitchFamily="2" charset="-122"/>
              </a:rPr>
              <a:t>余人。近郊工委以龙华、杨行为重点，在青年中发展了</a:t>
            </a:r>
            <a:r>
              <a:rPr lang="en-US" altLang="zh-CN" sz="2400" b="1" dirty="0">
                <a:solidFill>
                  <a:schemeClr val="bg1"/>
                </a:solidFill>
                <a:latin typeface="宋体" panose="02010600030101010101" pitchFamily="2" charset="-122"/>
                <a:ea typeface="宋体" panose="02010600030101010101" pitchFamily="2" charset="-122"/>
                <a:sym typeface="宋体" panose="02010600030101010101" pitchFamily="2" charset="-122"/>
              </a:rPr>
              <a:t>50</a:t>
            </a:r>
            <a:r>
              <a:rPr lang="zh-CN" altLang="en-US" sz="2400" b="1" dirty="0">
                <a:solidFill>
                  <a:schemeClr val="bg1"/>
                </a:solidFill>
                <a:latin typeface="宋体" panose="02010600030101010101" pitchFamily="2" charset="-122"/>
                <a:ea typeface="宋体" panose="02010600030101010101" pitchFamily="2" charset="-122"/>
                <a:sym typeface="宋体" panose="02010600030101010101" pitchFamily="2" charset="-122"/>
              </a:rPr>
              <a:t>余名地下军。</a:t>
            </a:r>
            <a:r>
              <a:rPr lang="en-US" altLang="zh-CN" sz="2400" b="1" dirty="0">
                <a:solidFill>
                  <a:schemeClr val="bg1"/>
                </a:solidFill>
                <a:latin typeface="宋体" panose="02010600030101010101" pitchFamily="2" charset="-122"/>
                <a:ea typeface="宋体" panose="02010600030101010101" pitchFamily="2" charset="-122"/>
                <a:sym typeface="宋体" panose="02010600030101010101" pitchFamily="2" charset="-122"/>
              </a:rPr>
              <a:t>5</a:t>
            </a:r>
            <a:r>
              <a:rPr lang="zh-CN" altLang="en-US" sz="2400" b="1" dirty="0">
                <a:solidFill>
                  <a:schemeClr val="bg1"/>
                </a:solidFill>
                <a:latin typeface="宋体" panose="02010600030101010101" pitchFamily="2" charset="-122"/>
                <a:ea typeface="宋体" panose="02010600030101010101" pitchFamily="2" charset="-122"/>
                <a:sym typeface="宋体" panose="02010600030101010101" pitchFamily="2" charset="-122"/>
              </a:rPr>
              <a:t>月</a:t>
            </a:r>
            <a:r>
              <a:rPr lang="en-US" altLang="zh-CN" sz="2400" b="1" dirty="0">
                <a:solidFill>
                  <a:schemeClr val="bg1"/>
                </a:solidFill>
                <a:latin typeface="宋体" panose="02010600030101010101" pitchFamily="2" charset="-122"/>
                <a:ea typeface="宋体" panose="02010600030101010101" pitchFamily="2" charset="-122"/>
                <a:sym typeface="宋体" panose="02010600030101010101" pitchFamily="2" charset="-122"/>
              </a:rPr>
              <a:t>8</a:t>
            </a:r>
            <a:r>
              <a:rPr lang="zh-CN" altLang="en-US" sz="2400" b="1" dirty="0">
                <a:solidFill>
                  <a:schemeClr val="bg1"/>
                </a:solidFill>
                <a:latin typeface="宋体" panose="02010600030101010101" pitchFamily="2" charset="-122"/>
                <a:ea typeface="宋体" panose="02010600030101010101" pitchFamily="2" charset="-122"/>
                <a:sym typeface="宋体" panose="02010600030101010101" pitchFamily="2" charset="-122"/>
              </a:rPr>
              <a:t>日，德国宣布无条件投降。</a:t>
            </a:r>
            <a:r>
              <a:rPr lang="en-US" altLang="zh-CN" sz="2400" b="1" dirty="0">
                <a:solidFill>
                  <a:schemeClr val="bg1"/>
                </a:solidFill>
                <a:latin typeface="宋体" panose="02010600030101010101" pitchFamily="2" charset="-122"/>
                <a:ea typeface="宋体" panose="02010600030101010101" pitchFamily="2" charset="-122"/>
                <a:sym typeface="宋体" panose="02010600030101010101" pitchFamily="2" charset="-122"/>
              </a:rPr>
              <a:t>8</a:t>
            </a:r>
            <a:r>
              <a:rPr lang="zh-CN" altLang="en-US" sz="2400" b="1" dirty="0">
                <a:solidFill>
                  <a:schemeClr val="bg1"/>
                </a:solidFill>
                <a:latin typeface="宋体" panose="02010600030101010101" pitchFamily="2" charset="-122"/>
                <a:ea typeface="宋体" panose="02010600030101010101" pitchFamily="2" charset="-122"/>
                <a:sym typeface="宋体" panose="02010600030101010101" pitchFamily="2" charset="-122"/>
              </a:rPr>
              <a:t>月</a:t>
            </a:r>
            <a:r>
              <a:rPr lang="en-US" altLang="zh-CN" sz="2400" b="1" dirty="0">
                <a:solidFill>
                  <a:schemeClr val="bg1"/>
                </a:solidFill>
                <a:latin typeface="宋体" panose="02010600030101010101" pitchFamily="2" charset="-122"/>
                <a:ea typeface="宋体" panose="02010600030101010101" pitchFamily="2" charset="-122"/>
                <a:sym typeface="宋体" panose="02010600030101010101" pitchFamily="2" charset="-122"/>
              </a:rPr>
              <a:t>9</a:t>
            </a:r>
            <a:r>
              <a:rPr lang="zh-CN" altLang="en-US" sz="2400" b="1" dirty="0">
                <a:solidFill>
                  <a:schemeClr val="bg1"/>
                </a:solidFill>
                <a:latin typeface="宋体" panose="02010600030101010101" pitchFamily="2" charset="-122"/>
                <a:ea typeface="宋体" panose="02010600030101010101" pitchFamily="2" charset="-122"/>
                <a:sym typeface="宋体" panose="02010600030101010101" pitchFamily="2" charset="-122"/>
              </a:rPr>
              <a:t>日，华中局决定成立中共上海市委员会。</a:t>
            </a:r>
            <a:r>
              <a:rPr lang="en-US" altLang="zh-CN" sz="2400" b="1" dirty="0">
                <a:solidFill>
                  <a:schemeClr val="bg1"/>
                </a:solidFill>
                <a:latin typeface="宋体" panose="02010600030101010101" pitchFamily="2" charset="-122"/>
                <a:ea typeface="宋体" panose="02010600030101010101" pitchFamily="2" charset="-122"/>
                <a:sym typeface="宋体" panose="02010600030101010101" pitchFamily="2" charset="-122"/>
              </a:rPr>
              <a:t>8</a:t>
            </a:r>
            <a:r>
              <a:rPr lang="zh-CN" altLang="en-US" sz="2400" b="1" dirty="0">
                <a:solidFill>
                  <a:schemeClr val="bg1"/>
                </a:solidFill>
                <a:latin typeface="宋体" panose="02010600030101010101" pitchFamily="2" charset="-122"/>
                <a:ea typeface="宋体" panose="02010600030101010101" pitchFamily="2" charset="-122"/>
                <a:sym typeface="宋体" panose="02010600030101010101" pitchFamily="2" charset="-122"/>
              </a:rPr>
              <a:t>月</a:t>
            </a:r>
            <a:r>
              <a:rPr lang="en-US" altLang="zh-CN" sz="2400" b="1" dirty="0">
                <a:solidFill>
                  <a:schemeClr val="bg1"/>
                </a:solidFill>
                <a:latin typeface="宋体" panose="02010600030101010101" pitchFamily="2" charset="-122"/>
                <a:ea typeface="宋体" panose="02010600030101010101" pitchFamily="2" charset="-122"/>
                <a:sym typeface="宋体" panose="02010600030101010101" pitchFamily="2" charset="-122"/>
              </a:rPr>
              <a:t>15</a:t>
            </a:r>
            <a:r>
              <a:rPr lang="zh-CN" altLang="en-US" sz="2400" b="1" dirty="0">
                <a:solidFill>
                  <a:schemeClr val="bg1"/>
                </a:solidFill>
                <a:latin typeface="宋体" panose="02010600030101010101" pitchFamily="2" charset="-122"/>
                <a:ea typeface="宋体" panose="02010600030101010101" pitchFamily="2" charset="-122"/>
                <a:sym typeface="宋体" panose="02010600030101010101" pitchFamily="2" charset="-122"/>
              </a:rPr>
              <a:t>日，日本广播</a:t>
            </a:r>
            <a:r>
              <a:rPr lang="en-US" altLang="zh-CN" sz="2400" b="1" dirty="0">
                <a:solidFill>
                  <a:schemeClr val="bg1"/>
                </a:solidFill>
                <a:latin typeface="宋体" panose="02010600030101010101" pitchFamily="2" charset="-122"/>
                <a:ea typeface="宋体" panose="02010600030101010101" pitchFamily="2" charset="-122"/>
                <a:sym typeface="宋体" panose="02010600030101010101" pitchFamily="2" charset="-122"/>
              </a:rPr>
              <a:t>“</a:t>
            </a:r>
            <a:r>
              <a:rPr lang="zh-CN" altLang="en-US" sz="2400" b="1" dirty="0">
                <a:solidFill>
                  <a:schemeClr val="bg1"/>
                </a:solidFill>
                <a:latin typeface="宋体" panose="02010600030101010101" pitchFamily="2" charset="-122"/>
                <a:ea typeface="宋体" panose="02010600030101010101" pitchFamily="2" charset="-122"/>
                <a:sym typeface="宋体" panose="02010600030101010101" pitchFamily="2" charset="-122"/>
              </a:rPr>
              <a:t>终战诏书</a:t>
            </a:r>
            <a:r>
              <a:rPr lang="en-US" altLang="zh-CN" sz="2400" b="1" dirty="0">
                <a:solidFill>
                  <a:schemeClr val="bg1"/>
                </a:solidFill>
                <a:latin typeface="宋体" panose="02010600030101010101" pitchFamily="2" charset="-122"/>
                <a:ea typeface="宋体" panose="02010600030101010101" pitchFamily="2" charset="-122"/>
                <a:sym typeface="宋体" panose="02010600030101010101" pitchFamily="2" charset="-122"/>
              </a:rPr>
              <a:t>”</a:t>
            </a:r>
            <a:r>
              <a:rPr lang="zh-CN" altLang="en-US" sz="2400" b="1" dirty="0">
                <a:solidFill>
                  <a:schemeClr val="bg1"/>
                </a:solidFill>
                <a:latin typeface="宋体" panose="02010600030101010101" pitchFamily="2" charset="-122"/>
                <a:ea typeface="宋体" panose="02010600030101010101" pitchFamily="2" charset="-122"/>
                <a:sym typeface="宋体" panose="02010600030101010101" pitchFamily="2" charset="-122"/>
              </a:rPr>
              <a:t>，宣布无条件投降</a:t>
            </a:r>
            <a:r>
              <a:rPr lang="zh-CN" altLang="en-US" sz="2400" b="1" dirty="0" smtClean="0">
                <a:solidFill>
                  <a:schemeClr val="bg1"/>
                </a:solidFill>
                <a:latin typeface="宋体" panose="02010600030101010101" pitchFamily="2" charset="-122"/>
                <a:ea typeface="宋体" panose="02010600030101010101" pitchFamily="2" charset="-122"/>
                <a:sym typeface="宋体" panose="02010600030101010101" pitchFamily="2" charset="-122"/>
              </a:rPr>
              <a:t>。</a:t>
            </a:r>
            <a:endParaRPr lang="en-US" altLang="zh-CN" sz="2400" b="1" dirty="0" smtClean="0">
              <a:solidFill>
                <a:schemeClr val="bg1"/>
              </a:solidFill>
              <a:latin typeface="宋体" panose="02010600030101010101" pitchFamily="2" charset="-122"/>
              <a:ea typeface="宋体" panose="02010600030101010101" pitchFamily="2" charset="-122"/>
              <a:sym typeface="宋体" panose="02010600030101010101" pitchFamily="2" charset="-122"/>
            </a:endParaRPr>
          </a:p>
          <a:p>
            <a:pPr>
              <a:buFont typeface="Arial" panose="020B0604020202020204" pitchFamily="34" charset="0"/>
            </a:pPr>
            <a:r>
              <a:rPr lang="zh-CN" altLang="en-US" sz="2400" b="1" dirty="0" smtClean="0">
                <a:solidFill>
                  <a:schemeClr val="bg1"/>
                </a:solidFill>
                <a:latin typeface="宋体" panose="02010600030101010101" pitchFamily="2" charset="-122"/>
                <a:ea typeface="宋体" panose="02010600030101010101" pitchFamily="2" charset="-122"/>
                <a:sym typeface="宋体" panose="02010600030101010101" pitchFamily="2" charset="-122"/>
              </a:rPr>
              <a:t>同日</a:t>
            </a:r>
            <a:r>
              <a:rPr lang="zh-CN" altLang="en-US" sz="2400" b="1" dirty="0">
                <a:solidFill>
                  <a:schemeClr val="bg1"/>
                </a:solidFill>
                <a:latin typeface="宋体" panose="02010600030101010101" pitchFamily="2" charset="-122"/>
                <a:ea typeface="宋体" panose="02010600030101010101" pitchFamily="2" charset="-122"/>
                <a:sym typeface="宋体" panose="02010600030101010101" pitchFamily="2" charset="-122"/>
              </a:rPr>
              <a:t>，新华社播发消息：新四军军部</a:t>
            </a:r>
            <a:r>
              <a:rPr lang="zh-CN" altLang="en-US" sz="2400" b="1" dirty="0">
                <a:solidFill>
                  <a:srgbClr val="FFFF00"/>
                </a:solidFill>
                <a:latin typeface="宋体" panose="02010600030101010101" pitchFamily="2" charset="-122"/>
                <a:ea typeface="宋体" panose="02010600030101010101" pitchFamily="2" charset="-122"/>
                <a:sym typeface="宋体" panose="02010600030101010101" pitchFamily="2" charset="-122"/>
              </a:rPr>
              <a:t>任命刘长胜、张执一为上海市市长、副市长，命令粟裕</a:t>
            </a:r>
            <a:r>
              <a:rPr lang="zh-CN" altLang="en-US" sz="2400" b="1" dirty="0" smtClean="0">
                <a:solidFill>
                  <a:srgbClr val="FFFF00"/>
                </a:solidFill>
                <a:latin typeface="宋体" panose="02010600030101010101" pitchFamily="2" charset="-122"/>
                <a:ea typeface="宋体" panose="02010600030101010101" pitchFamily="2" charset="-122"/>
                <a:sym typeface="宋体" panose="02010600030101010101" pitchFamily="2" charset="-122"/>
              </a:rPr>
              <a:t>率部渡过长江向</a:t>
            </a:r>
            <a:r>
              <a:rPr lang="zh-CN" altLang="en-US" sz="2400" b="1" dirty="0">
                <a:solidFill>
                  <a:srgbClr val="FFFF00"/>
                </a:solidFill>
                <a:latin typeface="宋体" panose="02010600030101010101" pitchFamily="2" charset="-122"/>
                <a:ea typeface="宋体" panose="02010600030101010101" pitchFamily="2" charset="-122"/>
                <a:sym typeface="宋体" panose="02010600030101010101" pitchFamily="2" charset="-122"/>
              </a:rPr>
              <a:t>沪宁进军</a:t>
            </a:r>
            <a:r>
              <a:rPr lang="zh-CN" altLang="en-US" sz="2400" b="1" dirty="0">
                <a:solidFill>
                  <a:schemeClr val="bg1"/>
                </a:solidFill>
                <a:latin typeface="宋体" panose="02010600030101010101" pitchFamily="2" charset="-122"/>
                <a:ea typeface="宋体" panose="02010600030101010101" pitchFamily="2" charset="-122"/>
                <a:sym typeface="宋体" panose="02010600030101010101" pitchFamily="2" charset="-122"/>
              </a:rPr>
              <a:t>。上海党组织按照原定方针，加紧准备，等待命令，发动起义。</a:t>
            </a: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矩形 1"/>
          <p:cNvSpPr/>
          <p:nvPr/>
        </p:nvSpPr>
        <p:spPr>
          <a:xfrm>
            <a:off x="428625" y="621030"/>
            <a:ext cx="8455660" cy="5754370"/>
          </a:xfrm>
          <a:prstGeom prst="rect">
            <a:avLst/>
          </a:prstGeom>
          <a:noFill/>
          <a:ln w="9525">
            <a:noFill/>
          </a:ln>
        </p:spPr>
        <p:txBody>
          <a:bodyPr wrap="square" anchor="t" anchorCtr="0">
            <a:spAutoFit/>
          </a:bodyPr>
          <a:lstStyle/>
          <a:p>
            <a:pPr>
              <a:buFont typeface="Arial" panose="020B0604020202020204" pitchFamily="34" charset="0"/>
            </a:pPr>
            <a:r>
              <a:rPr lang="zh-CN" altLang="en-US" sz="3200" b="1" dirty="0">
                <a:solidFill>
                  <a:schemeClr val="bg1"/>
                </a:solidFill>
                <a:latin typeface="宋体" panose="02010600030101010101" pitchFamily="2" charset="-122"/>
                <a:sym typeface="+mn-ea"/>
              </a:rPr>
              <a:t>一、抗战胜利前夕中共夺取大上海的尝试</a:t>
            </a:r>
            <a:endParaRPr lang="zh-CN" altLang="en-US" sz="3200" b="1" dirty="0">
              <a:solidFill>
                <a:schemeClr val="bg1"/>
              </a:solidFill>
              <a:latin typeface="宋体" panose="02010600030101010101" pitchFamily="2" charset="-122"/>
              <a:ea typeface="宋体" panose="02010600030101010101" pitchFamily="2" charset="-122"/>
              <a:sym typeface="宋体" panose="02010600030101010101" pitchFamily="2" charset="-122"/>
            </a:endParaRPr>
          </a:p>
          <a:p>
            <a:pPr>
              <a:buFont typeface="Arial" panose="020B0604020202020204" pitchFamily="34" charset="0"/>
            </a:pPr>
            <a:endParaRPr lang="en-US" altLang="zh-CN" sz="2400" b="1" dirty="0">
              <a:solidFill>
                <a:schemeClr val="bg1"/>
              </a:solidFill>
              <a:latin typeface="宋体" panose="02010600030101010101" pitchFamily="2" charset="-122"/>
              <a:ea typeface="宋体" panose="02010600030101010101" pitchFamily="2" charset="-122"/>
              <a:sym typeface="宋体" panose="02010600030101010101" pitchFamily="2" charset="-122"/>
            </a:endParaRPr>
          </a:p>
          <a:p>
            <a:pPr>
              <a:buFont typeface="Arial" panose="020B0604020202020204" pitchFamily="34" charset="0"/>
            </a:pPr>
            <a:r>
              <a:rPr lang="en-US" altLang="zh-CN" sz="2400" b="1" dirty="0">
                <a:solidFill>
                  <a:schemeClr val="bg1"/>
                </a:solidFill>
                <a:latin typeface="宋体" panose="02010600030101010101" pitchFamily="2" charset="-122"/>
                <a:ea typeface="宋体" panose="02010600030101010101" pitchFamily="2" charset="-122"/>
                <a:sym typeface="宋体" panose="02010600030101010101" pitchFamily="2" charset="-122"/>
              </a:rPr>
              <a:t>8</a:t>
            </a:r>
            <a:r>
              <a:rPr lang="zh-CN" altLang="en-US" sz="2400" b="1" dirty="0">
                <a:solidFill>
                  <a:schemeClr val="bg1"/>
                </a:solidFill>
                <a:latin typeface="宋体" panose="02010600030101010101" pitchFamily="2" charset="-122"/>
                <a:ea typeface="宋体" panose="02010600030101010101" pitchFamily="2" charset="-122"/>
                <a:sym typeface="宋体" panose="02010600030101010101" pitchFamily="2" charset="-122"/>
              </a:rPr>
              <a:t>月</a:t>
            </a:r>
            <a:r>
              <a:rPr lang="en-US" altLang="zh-CN" sz="2400" b="1" dirty="0">
                <a:solidFill>
                  <a:schemeClr val="bg1"/>
                </a:solidFill>
                <a:latin typeface="宋体" panose="02010600030101010101" pitchFamily="2" charset="-122"/>
                <a:ea typeface="宋体" panose="02010600030101010101" pitchFamily="2" charset="-122"/>
                <a:sym typeface="宋体" panose="02010600030101010101" pitchFamily="2" charset="-122"/>
              </a:rPr>
              <a:t>19</a:t>
            </a:r>
            <a:r>
              <a:rPr lang="zh-CN" altLang="en-US" sz="2400" b="1" dirty="0">
                <a:solidFill>
                  <a:schemeClr val="bg1"/>
                </a:solidFill>
                <a:latin typeface="宋体" panose="02010600030101010101" pitchFamily="2" charset="-122"/>
                <a:ea typeface="宋体" panose="02010600030101010101" pitchFamily="2" charset="-122"/>
                <a:sym typeface="宋体" panose="02010600030101010101" pitchFamily="2" charset="-122"/>
              </a:rPr>
              <a:t>日，华中局下达命令，要求上海</a:t>
            </a:r>
            <a:r>
              <a:rPr lang="zh-CN" altLang="en-US" sz="2400" b="1" dirty="0">
                <a:solidFill>
                  <a:srgbClr val="FFFF00"/>
                </a:solidFill>
                <a:latin typeface="宋体" panose="02010600030101010101" pitchFamily="2" charset="-122"/>
                <a:ea typeface="宋体" panose="02010600030101010101" pitchFamily="2" charset="-122"/>
                <a:sym typeface="宋体" panose="02010600030101010101" pitchFamily="2" charset="-122"/>
              </a:rPr>
              <a:t>召开群众大会，举行示威游行，进行武装起义</a:t>
            </a:r>
            <a:r>
              <a:rPr lang="zh-CN" altLang="en-US" sz="2400" b="1" dirty="0">
                <a:solidFill>
                  <a:schemeClr val="bg1"/>
                </a:solidFill>
                <a:latin typeface="宋体" panose="02010600030101010101" pitchFamily="2" charset="-122"/>
                <a:ea typeface="宋体" panose="02010600030101010101" pitchFamily="2" charset="-122"/>
                <a:sym typeface="宋体" panose="02010600030101010101" pitchFamily="2" charset="-122"/>
              </a:rPr>
              <a:t>。为此，专门成立行动委员会，任命张执一、陈伟达分任正、副书记，负责实施起义。派刘长胜火速返沪，就地领导起义。同时，</a:t>
            </a:r>
            <a:r>
              <a:rPr lang="zh-CN" altLang="en-US" sz="2400" b="1" dirty="0">
                <a:solidFill>
                  <a:srgbClr val="FFFF00"/>
                </a:solidFill>
                <a:latin typeface="宋体" panose="02010600030101010101" pitchFamily="2" charset="-122"/>
                <a:ea typeface="宋体" panose="02010600030101010101" pitchFamily="2" charset="-122"/>
                <a:sym typeface="宋体" panose="02010600030101010101" pitchFamily="2" charset="-122"/>
              </a:rPr>
              <a:t>从江浙抽调新四军</a:t>
            </a:r>
            <a:r>
              <a:rPr lang="en-US" altLang="zh-CN" sz="2400" b="1" dirty="0">
                <a:solidFill>
                  <a:srgbClr val="FFFF00"/>
                </a:solidFill>
                <a:latin typeface="宋体" panose="02010600030101010101" pitchFamily="2" charset="-122"/>
                <a:ea typeface="宋体" panose="02010600030101010101" pitchFamily="2" charset="-122"/>
                <a:sym typeface="宋体" panose="02010600030101010101" pitchFamily="2" charset="-122"/>
              </a:rPr>
              <a:t>4</a:t>
            </a:r>
            <a:r>
              <a:rPr lang="zh-CN" altLang="en-US" sz="2400" b="1" dirty="0">
                <a:solidFill>
                  <a:srgbClr val="FFFF00"/>
                </a:solidFill>
                <a:latin typeface="宋体" panose="02010600030101010101" pitchFamily="2" charset="-122"/>
                <a:ea typeface="宋体" panose="02010600030101010101" pitchFamily="2" charset="-122"/>
                <a:sym typeface="宋体" panose="02010600030101010101" pitchFamily="2" charset="-122"/>
              </a:rPr>
              <a:t>个团奔赴上海增援</a:t>
            </a:r>
            <a:r>
              <a:rPr lang="zh-CN" altLang="en-US" sz="2400" b="1" dirty="0">
                <a:solidFill>
                  <a:schemeClr val="bg1"/>
                </a:solidFill>
                <a:latin typeface="宋体" panose="02010600030101010101" pitchFamily="2" charset="-122"/>
                <a:ea typeface="宋体" panose="02010600030101010101" pitchFamily="2" charset="-122"/>
                <a:sym typeface="宋体" panose="02010600030101010101" pitchFamily="2" charset="-122"/>
              </a:rPr>
              <a:t>。</a:t>
            </a:r>
            <a:r>
              <a:rPr lang="en-US" altLang="zh-CN" sz="2400" b="1" dirty="0">
                <a:solidFill>
                  <a:schemeClr val="bg1"/>
                </a:solidFill>
                <a:latin typeface="宋体" panose="02010600030101010101" pitchFamily="2" charset="-122"/>
                <a:ea typeface="宋体" panose="02010600030101010101" pitchFamily="2" charset="-122"/>
                <a:sym typeface="宋体" panose="02010600030101010101" pitchFamily="2" charset="-122"/>
              </a:rPr>
              <a:t>20</a:t>
            </a:r>
            <a:r>
              <a:rPr lang="zh-CN" altLang="en-US" sz="2400" b="1" dirty="0">
                <a:solidFill>
                  <a:schemeClr val="bg1"/>
                </a:solidFill>
                <a:latin typeface="宋体" panose="02010600030101010101" pitchFamily="2" charset="-122"/>
                <a:ea typeface="宋体" panose="02010600030101010101" pitchFamily="2" charset="-122"/>
                <a:sym typeface="宋体" panose="02010600030101010101" pitchFamily="2" charset="-122"/>
              </a:rPr>
              <a:t>、</a:t>
            </a:r>
            <a:r>
              <a:rPr lang="en-US" altLang="zh-CN" sz="2400" b="1" dirty="0">
                <a:solidFill>
                  <a:schemeClr val="bg1"/>
                </a:solidFill>
                <a:latin typeface="宋体" panose="02010600030101010101" pitchFamily="2" charset="-122"/>
                <a:ea typeface="宋体" panose="02010600030101010101" pitchFamily="2" charset="-122"/>
                <a:sym typeface="宋体" panose="02010600030101010101" pitchFamily="2" charset="-122"/>
              </a:rPr>
              <a:t>21</a:t>
            </a:r>
            <a:r>
              <a:rPr lang="zh-CN" altLang="en-US" sz="2400" b="1" dirty="0">
                <a:solidFill>
                  <a:schemeClr val="bg1"/>
                </a:solidFill>
                <a:latin typeface="宋体" panose="02010600030101010101" pitchFamily="2" charset="-122"/>
                <a:ea typeface="宋体" panose="02010600030101010101" pitchFamily="2" charset="-122"/>
                <a:sym typeface="宋体" panose="02010600030101010101" pitchFamily="2" charset="-122"/>
              </a:rPr>
              <a:t>日，华中局连续致电上海市委、淞沪支队，督促起义举行。经慎重考虑，上海市委选定沪西信义机器厂作为起义地点。</a:t>
            </a:r>
            <a:r>
              <a:rPr lang="en-US" altLang="zh-CN" sz="2400" b="1" dirty="0">
                <a:solidFill>
                  <a:schemeClr val="bg1"/>
                </a:solidFill>
                <a:latin typeface="宋体" panose="02010600030101010101" pitchFamily="2" charset="-122"/>
                <a:ea typeface="宋体" panose="02010600030101010101" pitchFamily="2" charset="-122"/>
                <a:sym typeface="宋体" panose="02010600030101010101" pitchFamily="2" charset="-122"/>
              </a:rPr>
              <a:t>8</a:t>
            </a:r>
            <a:r>
              <a:rPr lang="zh-CN" altLang="en-US" sz="2400" b="1" dirty="0">
                <a:solidFill>
                  <a:schemeClr val="bg1"/>
                </a:solidFill>
                <a:latin typeface="宋体" panose="02010600030101010101" pitchFamily="2" charset="-122"/>
                <a:ea typeface="宋体" panose="02010600030101010101" pitchFamily="2" charset="-122"/>
                <a:sym typeface="宋体" panose="02010600030101010101" pitchFamily="2" charset="-122"/>
              </a:rPr>
              <a:t>月</a:t>
            </a:r>
            <a:r>
              <a:rPr lang="en-US" altLang="zh-CN" sz="2400" b="1" dirty="0">
                <a:solidFill>
                  <a:schemeClr val="bg1"/>
                </a:solidFill>
                <a:latin typeface="宋体" panose="02010600030101010101" pitchFamily="2" charset="-122"/>
                <a:ea typeface="宋体" panose="02010600030101010101" pitchFamily="2" charset="-122"/>
                <a:sym typeface="宋体" panose="02010600030101010101" pitchFamily="2" charset="-122"/>
              </a:rPr>
              <a:t>23</a:t>
            </a:r>
            <a:r>
              <a:rPr lang="zh-CN" altLang="en-US" sz="2400" b="1" dirty="0">
                <a:solidFill>
                  <a:schemeClr val="bg1"/>
                </a:solidFill>
                <a:latin typeface="宋体" panose="02010600030101010101" pitchFamily="2" charset="-122"/>
                <a:ea typeface="宋体" panose="02010600030101010101" pitchFamily="2" charset="-122"/>
                <a:sym typeface="宋体" panose="02010600030101010101" pitchFamily="2" charset="-122"/>
              </a:rPr>
              <a:t>日晨，沪西工人地下军</a:t>
            </a:r>
            <a:r>
              <a:rPr lang="en-US" altLang="zh-CN" sz="2400" b="1" dirty="0">
                <a:solidFill>
                  <a:schemeClr val="bg1"/>
                </a:solidFill>
                <a:latin typeface="宋体" panose="02010600030101010101" pitchFamily="2" charset="-122"/>
                <a:ea typeface="宋体" panose="02010600030101010101" pitchFamily="2" charset="-122"/>
                <a:sym typeface="宋体" panose="02010600030101010101" pitchFamily="2" charset="-122"/>
              </a:rPr>
              <a:t>60</a:t>
            </a:r>
            <a:r>
              <a:rPr lang="zh-CN" altLang="en-US" sz="2400" b="1" dirty="0">
                <a:solidFill>
                  <a:schemeClr val="bg1"/>
                </a:solidFill>
                <a:latin typeface="宋体" panose="02010600030101010101" pitchFamily="2" charset="-122"/>
                <a:ea typeface="宋体" panose="02010600030101010101" pitchFamily="2" charset="-122"/>
                <a:sym typeface="宋体" panose="02010600030101010101" pitchFamily="2" charset="-122"/>
              </a:rPr>
              <a:t>余人携带武器分成</a:t>
            </a:r>
            <a:r>
              <a:rPr lang="en-US" altLang="zh-CN" sz="2400" b="1" dirty="0">
                <a:solidFill>
                  <a:schemeClr val="bg1"/>
                </a:solidFill>
                <a:latin typeface="宋体" panose="02010600030101010101" pitchFamily="2" charset="-122"/>
                <a:ea typeface="宋体" panose="02010600030101010101" pitchFamily="2" charset="-122"/>
                <a:sym typeface="宋体" panose="02010600030101010101" pitchFamily="2" charset="-122"/>
              </a:rPr>
              <a:t>3</a:t>
            </a:r>
            <a:r>
              <a:rPr lang="zh-CN" altLang="en-US" sz="2400" b="1" dirty="0">
                <a:solidFill>
                  <a:schemeClr val="bg1"/>
                </a:solidFill>
                <a:latin typeface="宋体" panose="02010600030101010101" pitchFamily="2" charset="-122"/>
                <a:ea typeface="宋体" panose="02010600030101010101" pitchFamily="2" charset="-122"/>
                <a:sym typeface="宋体" panose="02010600030101010101" pitchFamily="2" charset="-122"/>
              </a:rPr>
              <a:t>个突击队，带领各业工人</a:t>
            </a:r>
            <a:r>
              <a:rPr lang="en-US" altLang="zh-CN" sz="2400" b="1" dirty="0">
                <a:solidFill>
                  <a:schemeClr val="bg1"/>
                </a:solidFill>
                <a:latin typeface="宋体" panose="02010600030101010101" pitchFamily="2" charset="-122"/>
                <a:ea typeface="宋体" panose="02010600030101010101" pitchFamily="2" charset="-122"/>
                <a:sym typeface="宋体" panose="02010600030101010101" pitchFamily="2" charset="-122"/>
              </a:rPr>
              <a:t>2000</a:t>
            </a:r>
            <a:r>
              <a:rPr lang="zh-CN" altLang="en-US" sz="2400" b="1" dirty="0">
                <a:solidFill>
                  <a:schemeClr val="bg1"/>
                </a:solidFill>
                <a:latin typeface="宋体" panose="02010600030101010101" pitchFamily="2" charset="-122"/>
                <a:ea typeface="宋体" panose="02010600030101010101" pitchFamily="2" charset="-122"/>
                <a:sym typeface="宋体" panose="02010600030101010101" pitchFamily="2" charset="-122"/>
              </a:rPr>
              <a:t>余人冲进信义机器厂。</a:t>
            </a:r>
          </a:p>
          <a:p>
            <a:pPr>
              <a:buFont typeface="Arial" panose="020B0604020202020204" pitchFamily="34" charset="0"/>
            </a:pPr>
            <a:r>
              <a:rPr lang="zh-CN" altLang="en-US" sz="2400" b="1" dirty="0">
                <a:solidFill>
                  <a:schemeClr val="bg1"/>
                </a:solidFill>
                <a:latin typeface="宋体" panose="02010600030101010101" pitchFamily="2" charset="-122"/>
                <a:ea typeface="宋体" panose="02010600030101010101" pitchFamily="2" charset="-122"/>
                <a:sym typeface="宋体" panose="02010600030101010101" pitchFamily="2" charset="-122"/>
              </a:rPr>
              <a:t>正当等待下一步命令之际，工委书记张祺奉刘长胜之命赶来，他向指挥部传达了停止起义迅速将队伍撤走的命令。</a:t>
            </a:r>
            <a:r>
              <a:rPr lang="zh-CN" altLang="en-US" sz="2400" b="1" dirty="0">
                <a:solidFill>
                  <a:srgbClr val="FFFF00"/>
                </a:solidFill>
                <a:latin typeface="宋体" panose="02010600030101010101" pitchFamily="2" charset="-122"/>
                <a:ea typeface="宋体" panose="02010600030101010101" pitchFamily="2" charset="-122"/>
                <a:sym typeface="宋体" panose="02010600030101010101" pitchFamily="2" charset="-122"/>
              </a:rPr>
              <a:t>终止起义是执行中央</a:t>
            </a:r>
            <a:r>
              <a:rPr lang="en-US" altLang="zh-CN" sz="2400" b="1" dirty="0">
                <a:solidFill>
                  <a:srgbClr val="FFFF00"/>
                </a:solidFill>
                <a:latin typeface="宋体" panose="02010600030101010101" pitchFamily="2" charset="-122"/>
                <a:ea typeface="宋体" panose="02010600030101010101" pitchFamily="2" charset="-122"/>
                <a:sym typeface="宋体" panose="02010600030101010101" pitchFamily="2" charset="-122"/>
              </a:rPr>
              <a:t>8</a:t>
            </a:r>
            <a:r>
              <a:rPr lang="zh-CN" altLang="en-US" sz="2400" b="1" dirty="0">
                <a:solidFill>
                  <a:srgbClr val="FFFF00"/>
                </a:solidFill>
                <a:latin typeface="宋体" panose="02010600030101010101" pitchFamily="2" charset="-122"/>
                <a:ea typeface="宋体" panose="02010600030101010101" pitchFamily="2" charset="-122"/>
                <a:sym typeface="宋体" panose="02010600030101010101" pitchFamily="2" charset="-122"/>
              </a:rPr>
              <a:t>月</a:t>
            </a:r>
            <a:r>
              <a:rPr lang="en-US" altLang="zh-CN" sz="2400" b="1" dirty="0">
                <a:solidFill>
                  <a:srgbClr val="FFFF00"/>
                </a:solidFill>
                <a:latin typeface="宋体" panose="02010600030101010101" pitchFamily="2" charset="-122"/>
                <a:ea typeface="宋体" panose="02010600030101010101" pitchFamily="2" charset="-122"/>
                <a:sym typeface="宋体" panose="02010600030101010101" pitchFamily="2" charset="-122"/>
              </a:rPr>
              <a:t>21</a:t>
            </a:r>
            <a:r>
              <a:rPr lang="zh-CN" altLang="en-US" sz="2400" b="1" dirty="0">
                <a:solidFill>
                  <a:srgbClr val="FFFF00"/>
                </a:solidFill>
                <a:latin typeface="宋体" panose="02010600030101010101" pitchFamily="2" charset="-122"/>
                <a:ea typeface="宋体" panose="02010600030101010101" pitchFamily="2" charset="-122"/>
                <a:sym typeface="宋体" panose="02010600030101010101" pitchFamily="2" charset="-122"/>
              </a:rPr>
              <a:t>日连续两次急电停止上海起义的决定</a:t>
            </a:r>
            <a:r>
              <a:rPr lang="zh-CN" altLang="en-US" sz="2400" b="1" dirty="0">
                <a:solidFill>
                  <a:schemeClr val="bg1"/>
                </a:solidFill>
                <a:latin typeface="宋体" panose="02010600030101010101" pitchFamily="2" charset="-122"/>
                <a:ea typeface="宋体" panose="02010600030101010101" pitchFamily="2" charset="-122"/>
                <a:sym typeface="宋体" panose="02010600030101010101" pitchFamily="2" charset="-122"/>
              </a:rPr>
              <a:t>。中央根据全国形势的变化，确定</a:t>
            </a:r>
            <a:r>
              <a:rPr lang="en-US" altLang="zh-CN" sz="2400" b="1" dirty="0">
                <a:solidFill>
                  <a:schemeClr val="bg1"/>
                </a:solidFill>
                <a:latin typeface="宋体" panose="02010600030101010101" pitchFamily="2" charset="-122"/>
                <a:ea typeface="宋体" panose="02010600030101010101" pitchFamily="2" charset="-122"/>
                <a:sym typeface="宋体" panose="02010600030101010101" pitchFamily="2" charset="-122"/>
              </a:rPr>
              <a:t>“</a:t>
            </a:r>
            <a:r>
              <a:rPr lang="zh-CN" altLang="en-US" sz="2400" b="1" dirty="0">
                <a:solidFill>
                  <a:schemeClr val="bg1"/>
                </a:solidFill>
                <a:latin typeface="宋体" panose="02010600030101010101" pitchFamily="2" charset="-122"/>
                <a:ea typeface="宋体" panose="02010600030101010101" pitchFamily="2" charset="-122"/>
                <a:sym typeface="宋体" panose="02010600030101010101" pitchFamily="2" charset="-122"/>
              </a:rPr>
              <a:t>向北发展，向南防御</a:t>
            </a:r>
            <a:r>
              <a:rPr lang="en-US" altLang="zh-CN" sz="2400" b="1" dirty="0">
                <a:solidFill>
                  <a:schemeClr val="bg1"/>
                </a:solidFill>
                <a:latin typeface="宋体" panose="02010600030101010101" pitchFamily="2" charset="-122"/>
                <a:ea typeface="宋体" panose="02010600030101010101" pitchFamily="2" charset="-122"/>
                <a:sym typeface="宋体" panose="02010600030101010101" pitchFamily="2" charset="-122"/>
              </a:rPr>
              <a:t>”</a:t>
            </a:r>
            <a:r>
              <a:rPr lang="zh-CN" altLang="en-US" sz="2400" b="1" dirty="0">
                <a:solidFill>
                  <a:schemeClr val="bg1"/>
                </a:solidFill>
                <a:latin typeface="宋体" panose="02010600030101010101" pitchFamily="2" charset="-122"/>
                <a:ea typeface="宋体" panose="02010600030101010101" pitchFamily="2" charset="-122"/>
                <a:sym typeface="宋体" panose="02010600030101010101" pitchFamily="2" charset="-122"/>
              </a:rPr>
              <a:t>，加之上海敌我实力相差悬殊，贸然起义只会导致失败。</a:t>
            </a: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p:nvPr/>
        </p:nvPicPr>
        <p:blipFill>
          <a:blip r:embed="rId2"/>
          <a:stretch>
            <a:fillRect/>
          </a:stretch>
        </p:blipFill>
        <p:spPr>
          <a:xfrm>
            <a:off x="103505" y="116840"/>
            <a:ext cx="8927465" cy="5232400"/>
          </a:xfrm>
          <a:prstGeom prst="rect">
            <a:avLst/>
          </a:prstGeom>
        </p:spPr>
      </p:pic>
      <p:sp>
        <p:nvSpPr>
          <p:cNvPr id="3" name="文本框 2"/>
          <p:cNvSpPr txBox="1"/>
          <p:nvPr/>
        </p:nvSpPr>
        <p:spPr>
          <a:xfrm>
            <a:off x="1478915" y="5949315"/>
            <a:ext cx="6361430" cy="521970"/>
          </a:xfrm>
          <a:prstGeom prst="rect">
            <a:avLst/>
          </a:prstGeom>
        </p:spPr>
        <p:txBody>
          <a:bodyPr wrap="square">
            <a:spAutoFit/>
          </a:bodyPr>
          <a:lstStyle/>
          <a:p>
            <a:pPr marL="0" indent="0" algn="just"/>
            <a:r>
              <a:rPr lang="zh-CN" altLang="en-US" sz="2800" b="1" i="0">
                <a:solidFill>
                  <a:schemeClr val="bg1"/>
                </a:solidFill>
                <a:latin typeface="楷体" panose="02010609060101010101" pitchFamily="49" charset="-122"/>
                <a:ea typeface="楷体" panose="02010609060101010101" pitchFamily="49" charset="-122"/>
                <a:cs typeface="楷体" panose="02010609060101010101" pitchFamily="49" charset="-122"/>
              </a:rPr>
              <a:t>上海党组织印发的“新三字经”贺年片</a:t>
            </a: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矩形 1"/>
          <p:cNvSpPr/>
          <p:nvPr/>
        </p:nvSpPr>
        <p:spPr>
          <a:xfrm>
            <a:off x="428625" y="621030"/>
            <a:ext cx="8455660" cy="4955203"/>
          </a:xfrm>
          <a:prstGeom prst="rect">
            <a:avLst/>
          </a:prstGeom>
          <a:noFill/>
          <a:ln w="9525">
            <a:noFill/>
          </a:ln>
        </p:spPr>
        <p:txBody>
          <a:bodyPr wrap="square" anchor="t" anchorCtr="0">
            <a:spAutoFit/>
          </a:bodyPr>
          <a:lstStyle/>
          <a:p>
            <a:pPr>
              <a:buFont typeface="Arial" panose="020B0604020202020204" pitchFamily="34" charset="0"/>
            </a:pPr>
            <a:r>
              <a:rPr lang="zh-CN" altLang="en-US" sz="3200" b="1" dirty="0">
                <a:solidFill>
                  <a:schemeClr val="bg1"/>
                </a:solidFill>
                <a:latin typeface="宋体" panose="02010600030101010101" pitchFamily="2" charset="-122"/>
                <a:sym typeface="+mn-ea"/>
              </a:rPr>
              <a:t>一、抗战胜利前夕中共夺取大上海的尝试</a:t>
            </a:r>
            <a:endParaRPr lang="zh-CN" altLang="en-US" sz="3200" b="1" dirty="0">
              <a:solidFill>
                <a:schemeClr val="bg1"/>
              </a:solidFill>
              <a:latin typeface="宋体" panose="02010600030101010101" pitchFamily="2" charset="-122"/>
              <a:ea typeface="宋体" panose="02010600030101010101" pitchFamily="2" charset="-122"/>
              <a:sym typeface="宋体" panose="02010600030101010101" pitchFamily="2" charset="-122"/>
            </a:endParaRPr>
          </a:p>
          <a:p>
            <a:pPr>
              <a:buFont typeface="Arial" panose="020B0604020202020204" pitchFamily="34" charset="0"/>
            </a:pPr>
            <a:endParaRPr lang="zh-CN" altLang="en-US" sz="3200" b="1" dirty="0">
              <a:solidFill>
                <a:schemeClr val="bg1"/>
              </a:solidFill>
              <a:latin typeface="宋体" panose="02010600030101010101" pitchFamily="2" charset="-122"/>
              <a:ea typeface="宋体" panose="02010600030101010101" pitchFamily="2" charset="-122"/>
              <a:sym typeface="宋体" panose="02010600030101010101" pitchFamily="2" charset="-122"/>
            </a:endParaRPr>
          </a:p>
          <a:p>
            <a:pPr>
              <a:buFont typeface="Arial" panose="020B0604020202020204" pitchFamily="34" charset="0"/>
            </a:pPr>
            <a:r>
              <a:rPr lang="zh-CN" altLang="en-US" sz="2800" b="1" dirty="0">
                <a:solidFill>
                  <a:schemeClr val="bg1"/>
                </a:solidFill>
                <a:latin typeface="宋体" panose="02010600030101010101" pitchFamily="2" charset="-122"/>
                <a:ea typeface="宋体" panose="02010600030101010101" pitchFamily="2" charset="-122"/>
                <a:sym typeface="宋体" panose="02010600030101010101" pitchFamily="2" charset="-122"/>
              </a:rPr>
              <a:t>（四）</a:t>
            </a:r>
            <a:r>
              <a:rPr lang="zh-CN" altLang="en-US" sz="2800" b="1" dirty="0">
                <a:solidFill>
                  <a:schemeClr val="bg1"/>
                </a:solidFill>
                <a:latin typeface="Calibri" panose="020F0502020204030204" pitchFamily="34" charset="0"/>
                <a:ea typeface="宋体" panose="02010600030101010101" pitchFamily="2" charset="-122"/>
                <a:sym typeface="宋体" panose="02010600030101010101" pitchFamily="2" charset="-122"/>
              </a:rPr>
              <a:t>夺取大上海计划</a:t>
            </a:r>
            <a:r>
              <a:rPr lang="zh-CN" altLang="en-US" sz="2800" b="1" dirty="0">
                <a:solidFill>
                  <a:srgbClr val="FFFF00"/>
                </a:solidFill>
                <a:latin typeface="Calibri" panose="020F0502020204030204" pitchFamily="34" charset="0"/>
                <a:ea typeface="宋体" panose="02010600030101010101" pitchFamily="2" charset="-122"/>
                <a:sym typeface="宋体" panose="02010600030101010101" pitchFamily="2" charset="-122"/>
              </a:rPr>
              <a:t>被最终放弃</a:t>
            </a:r>
          </a:p>
          <a:p>
            <a:pPr>
              <a:buFont typeface="Arial" panose="020B0604020202020204" pitchFamily="34" charset="0"/>
            </a:pPr>
            <a:endParaRPr lang="zh-CN" altLang="en-US" sz="3200" b="1" dirty="0">
              <a:solidFill>
                <a:schemeClr val="bg1"/>
              </a:solidFill>
              <a:latin typeface="宋体" panose="02010600030101010101" pitchFamily="2" charset="-122"/>
              <a:ea typeface="宋体" panose="02010600030101010101" pitchFamily="2" charset="-122"/>
              <a:sym typeface="宋体" panose="02010600030101010101" pitchFamily="2" charset="-122"/>
            </a:endParaRPr>
          </a:p>
          <a:p>
            <a:pPr>
              <a:buFont typeface="Arial" panose="020B0604020202020204" pitchFamily="34" charset="0"/>
            </a:pPr>
            <a:r>
              <a:rPr lang="zh-CN" altLang="en-US" sz="2400" b="1" dirty="0">
                <a:solidFill>
                  <a:schemeClr val="bg1"/>
                </a:solidFill>
                <a:latin typeface="宋体" panose="02010600030101010101" pitchFamily="2" charset="-122"/>
                <a:ea typeface="宋体" panose="02010600030101010101" pitchFamily="2" charset="-122"/>
                <a:sym typeface="宋体" panose="02010600030101010101" pitchFamily="2" charset="-122"/>
              </a:rPr>
              <a:t>起义停止后，上海市委迅速将工作转向发动群众，开展复工、救济和清算汉奸等斗争。暴露身份的地下军人员、共产党员奉命撤往青浦淞沪支队驻地。</a:t>
            </a:r>
            <a:r>
              <a:rPr lang="en-US" altLang="zh-CN" sz="2400" b="1" dirty="0">
                <a:solidFill>
                  <a:srgbClr val="FFFF00"/>
                </a:solidFill>
                <a:latin typeface="宋体" panose="02010600030101010101" pitchFamily="2" charset="-122"/>
                <a:ea typeface="宋体" panose="02010600030101010101" pitchFamily="2" charset="-122"/>
                <a:sym typeface="宋体" panose="02010600030101010101" pitchFamily="2" charset="-122"/>
              </a:rPr>
              <a:t>9</a:t>
            </a:r>
            <a:r>
              <a:rPr lang="zh-CN" altLang="en-US" sz="2400" b="1" dirty="0">
                <a:solidFill>
                  <a:srgbClr val="FFFF00"/>
                </a:solidFill>
                <a:latin typeface="宋体" panose="02010600030101010101" pitchFamily="2" charset="-122"/>
                <a:ea typeface="宋体" panose="02010600030101010101" pitchFamily="2" charset="-122"/>
                <a:sym typeface="宋体" panose="02010600030101010101" pitchFamily="2" charset="-122"/>
              </a:rPr>
              <a:t>月，成立上海工人部队</a:t>
            </a:r>
            <a:r>
              <a:rPr lang="zh-CN" altLang="en-US" sz="2400" b="1" dirty="0">
                <a:solidFill>
                  <a:schemeClr val="bg1"/>
                </a:solidFill>
                <a:latin typeface="宋体" panose="02010600030101010101" pitchFamily="2" charset="-122"/>
                <a:ea typeface="宋体" panose="02010600030101010101" pitchFamily="2" charset="-122"/>
                <a:sym typeface="宋体" panose="02010600030101010101" pitchFamily="2" charset="-122"/>
              </a:rPr>
              <a:t>。</a:t>
            </a:r>
            <a:r>
              <a:rPr lang="en-US" altLang="zh-CN" sz="2400" b="1" dirty="0">
                <a:solidFill>
                  <a:schemeClr val="bg1"/>
                </a:solidFill>
                <a:latin typeface="宋体" panose="02010600030101010101" pitchFamily="2" charset="-122"/>
                <a:ea typeface="宋体" panose="02010600030101010101" pitchFamily="2" charset="-122"/>
                <a:sym typeface="宋体" panose="02010600030101010101" pitchFamily="2" charset="-122"/>
              </a:rPr>
              <a:t>10</a:t>
            </a:r>
            <a:r>
              <a:rPr lang="zh-CN" altLang="en-US" sz="2400" b="1" dirty="0">
                <a:solidFill>
                  <a:schemeClr val="bg1"/>
                </a:solidFill>
                <a:latin typeface="宋体" panose="02010600030101010101" pitchFamily="2" charset="-122"/>
                <a:ea typeface="宋体" panose="02010600030101010101" pitchFamily="2" charset="-122"/>
                <a:sym typeface="宋体" panose="02010600030101010101" pitchFamily="2" charset="-122"/>
              </a:rPr>
              <a:t>月</a:t>
            </a:r>
            <a:r>
              <a:rPr lang="en-US" altLang="zh-CN" sz="2400" b="1" dirty="0">
                <a:solidFill>
                  <a:schemeClr val="bg1"/>
                </a:solidFill>
                <a:latin typeface="宋体" panose="02010600030101010101" pitchFamily="2" charset="-122"/>
                <a:ea typeface="宋体" panose="02010600030101010101" pitchFamily="2" charset="-122"/>
                <a:sym typeface="宋体" panose="02010600030101010101" pitchFamily="2" charset="-122"/>
              </a:rPr>
              <a:t>12</a:t>
            </a:r>
            <a:r>
              <a:rPr lang="zh-CN" altLang="en-US" sz="2400" b="1" dirty="0">
                <a:solidFill>
                  <a:schemeClr val="bg1"/>
                </a:solidFill>
                <a:latin typeface="宋体" panose="02010600030101010101" pitchFamily="2" charset="-122"/>
                <a:ea typeface="宋体" panose="02010600030101010101" pitchFamily="2" charset="-122"/>
                <a:sym typeface="宋体" panose="02010600030101010101" pitchFamily="2" charset="-122"/>
              </a:rPr>
              <a:t>日，青东根据地军民举行大会欢迎新四军浙东纵队。会后淞沪支队和工人部队随同北上。而此前的</a:t>
            </a:r>
            <a:r>
              <a:rPr lang="en-US" altLang="zh-CN" sz="2400" b="1" dirty="0">
                <a:solidFill>
                  <a:schemeClr val="bg1"/>
                </a:solidFill>
                <a:latin typeface="宋体" panose="02010600030101010101" pitchFamily="2" charset="-122"/>
                <a:ea typeface="宋体" panose="02010600030101010101" pitchFamily="2" charset="-122"/>
                <a:sym typeface="宋体" panose="02010600030101010101" pitchFamily="2" charset="-122"/>
              </a:rPr>
              <a:t>9</a:t>
            </a:r>
            <a:r>
              <a:rPr lang="zh-CN" altLang="en-US" sz="2400" b="1" dirty="0">
                <a:solidFill>
                  <a:schemeClr val="bg1"/>
                </a:solidFill>
                <a:latin typeface="宋体" panose="02010600030101010101" pitchFamily="2" charset="-122"/>
                <a:ea typeface="宋体" panose="02010600030101010101" pitchFamily="2" charset="-122"/>
                <a:sym typeface="宋体" panose="02010600030101010101" pitchFamily="2" charset="-122"/>
              </a:rPr>
              <a:t>月</a:t>
            </a:r>
            <a:r>
              <a:rPr lang="en-US" altLang="zh-CN" sz="2400" b="1" dirty="0">
                <a:solidFill>
                  <a:schemeClr val="bg1"/>
                </a:solidFill>
                <a:latin typeface="宋体" panose="02010600030101010101" pitchFamily="2" charset="-122"/>
                <a:ea typeface="宋体" panose="02010600030101010101" pitchFamily="2" charset="-122"/>
                <a:sym typeface="宋体" panose="02010600030101010101" pitchFamily="2" charset="-122"/>
              </a:rPr>
              <a:t>2</a:t>
            </a:r>
            <a:r>
              <a:rPr lang="zh-CN" altLang="en-US" sz="2400" b="1" dirty="0">
                <a:solidFill>
                  <a:schemeClr val="bg1"/>
                </a:solidFill>
                <a:latin typeface="宋体" panose="02010600030101010101" pitchFamily="2" charset="-122"/>
                <a:ea typeface="宋体" panose="02010600030101010101" pitchFamily="2" charset="-122"/>
                <a:sym typeface="宋体" panose="02010600030101010101" pitchFamily="2" charset="-122"/>
              </a:rPr>
              <a:t>日，日本签署投降书，世界反法西斯战争和中国抗日战争胜利结束</a:t>
            </a:r>
            <a:r>
              <a:rPr lang="zh-CN" altLang="en-US" sz="2400" b="1" dirty="0" smtClean="0">
                <a:solidFill>
                  <a:schemeClr val="bg1"/>
                </a:solidFill>
                <a:latin typeface="宋体" panose="02010600030101010101" pitchFamily="2" charset="-122"/>
                <a:ea typeface="宋体" panose="02010600030101010101" pitchFamily="2" charset="-122"/>
                <a:sym typeface="宋体" panose="02010600030101010101" pitchFamily="2" charset="-122"/>
              </a:rPr>
              <a:t>。</a:t>
            </a:r>
            <a:endParaRPr lang="en-US" altLang="zh-CN" sz="2400" b="1" dirty="0" smtClean="0">
              <a:solidFill>
                <a:schemeClr val="bg1"/>
              </a:solidFill>
              <a:latin typeface="宋体" panose="02010600030101010101" pitchFamily="2" charset="-122"/>
              <a:ea typeface="宋体" panose="02010600030101010101" pitchFamily="2" charset="-122"/>
              <a:sym typeface="宋体" panose="02010600030101010101" pitchFamily="2" charset="-122"/>
            </a:endParaRPr>
          </a:p>
          <a:p>
            <a:pPr>
              <a:buFont typeface="Arial" panose="020B0604020202020204" pitchFamily="34" charset="0"/>
            </a:pPr>
            <a:endParaRPr lang="zh-CN" altLang="en-US" sz="2400" b="1" dirty="0">
              <a:solidFill>
                <a:schemeClr val="bg1"/>
              </a:solidFill>
              <a:latin typeface="宋体" panose="02010600030101010101" pitchFamily="2" charset="-122"/>
              <a:ea typeface="宋体" panose="02010600030101010101" pitchFamily="2" charset="-122"/>
              <a:sym typeface="宋体" panose="02010600030101010101" pitchFamily="2" charset="-122"/>
            </a:endParaRPr>
          </a:p>
          <a:p>
            <a:pPr>
              <a:buFont typeface="Arial" panose="020B0604020202020204" pitchFamily="34" charset="0"/>
            </a:pPr>
            <a:r>
              <a:rPr lang="zh-CN" altLang="en-US" sz="2400" b="1" dirty="0">
                <a:solidFill>
                  <a:schemeClr val="bg1"/>
                </a:solidFill>
                <a:latin typeface="宋体" panose="02010600030101010101" pitchFamily="2" charset="-122"/>
                <a:ea typeface="宋体" panose="02010600030101010101" pitchFamily="2" charset="-122"/>
                <a:sym typeface="宋体" panose="02010600030101010101" pitchFamily="2" charset="-122"/>
              </a:rPr>
              <a:t>经过抗战的锻炼，上海党组织准备迎接新的历史使命。</a:t>
            </a: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p:nvPr/>
        </p:nvPicPr>
        <p:blipFill>
          <a:blip r:embed="rId2"/>
          <a:stretch>
            <a:fillRect/>
          </a:stretch>
        </p:blipFill>
        <p:spPr>
          <a:xfrm>
            <a:off x="2814320" y="-27305"/>
            <a:ext cx="6329680" cy="6835775"/>
          </a:xfrm>
          <a:prstGeom prst="rect">
            <a:avLst/>
          </a:prstGeom>
        </p:spPr>
      </p:pic>
      <p:sp>
        <p:nvSpPr>
          <p:cNvPr id="3" name="文本框 2"/>
          <p:cNvSpPr txBox="1"/>
          <p:nvPr/>
        </p:nvSpPr>
        <p:spPr>
          <a:xfrm>
            <a:off x="0" y="260668"/>
            <a:ext cx="5080000" cy="2245360"/>
          </a:xfrm>
          <a:prstGeom prst="rect">
            <a:avLst/>
          </a:prstGeom>
        </p:spPr>
        <p:txBody>
          <a:bodyPr>
            <a:spAutoFit/>
          </a:bodyPr>
          <a:lstStyle/>
          <a:p>
            <a:pPr marL="0" indent="0" algn="just"/>
            <a:r>
              <a:rPr lang="zh-CN" altLang="en-US" sz="2800" b="1" i="0">
                <a:solidFill>
                  <a:schemeClr val="bg1"/>
                </a:solidFill>
                <a:latin typeface="+mn-ea"/>
                <a:ea typeface="+mn-ea"/>
                <a:cs typeface="+mn-ea"/>
              </a:rPr>
              <a:t>严爱云 主编</a:t>
            </a:r>
          </a:p>
          <a:p>
            <a:pPr marL="0" indent="0" algn="just"/>
            <a:r>
              <a:rPr lang="zh-CN" altLang="en-US" sz="2800" b="1" i="0">
                <a:solidFill>
                  <a:schemeClr val="bg1"/>
                </a:solidFill>
                <a:latin typeface="+mn-ea"/>
                <a:ea typeface="+mn-ea"/>
                <a:cs typeface="+mn-ea"/>
              </a:rPr>
              <a:t>中共上海市委党</a:t>
            </a:r>
          </a:p>
          <a:p>
            <a:pPr marL="0" indent="0" algn="just"/>
            <a:r>
              <a:rPr lang="zh-CN" altLang="en-US" sz="2800" b="1" i="0">
                <a:solidFill>
                  <a:schemeClr val="bg1"/>
                </a:solidFill>
                <a:latin typeface="+mn-ea"/>
                <a:ea typeface="+mn-ea"/>
                <a:cs typeface="+mn-ea"/>
              </a:rPr>
              <a:t>史研究室 编</a:t>
            </a:r>
          </a:p>
          <a:p>
            <a:pPr marL="0" indent="0" algn="just"/>
            <a:r>
              <a:rPr lang="zh-CN" altLang="en-US" sz="2800" b="1" i="0">
                <a:solidFill>
                  <a:schemeClr val="bg1"/>
                </a:solidFill>
                <a:latin typeface="+mn-ea"/>
                <a:ea typeface="+mn-ea"/>
                <a:cs typeface="+mn-ea"/>
              </a:rPr>
              <a:t>上海人民出版社</a:t>
            </a:r>
          </a:p>
          <a:p>
            <a:pPr marL="0" indent="0" algn="just"/>
            <a:r>
              <a:rPr lang="en-US" altLang="zh-CN" sz="2800" b="1" i="0">
                <a:solidFill>
                  <a:schemeClr val="bg1"/>
                </a:solidFill>
                <a:latin typeface="+mn-ea"/>
                <a:ea typeface="+mn-ea"/>
                <a:cs typeface="+mn-ea"/>
              </a:rPr>
              <a:t>2021</a:t>
            </a:r>
            <a:r>
              <a:rPr lang="zh-CN" altLang="en-US" sz="2800" b="1" i="0">
                <a:solidFill>
                  <a:schemeClr val="bg1"/>
                </a:solidFill>
                <a:latin typeface="+mn-ea"/>
                <a:ea typeface="+mn-ea"/>
                <a:cs typeface="+mn-ea"/>
              </a:rPr>
              <a:t>年</a:t>
            </a:r>
            <a:r>
              <a:rPr lang="en-US" altLang="zh-CN" sz="2800" b="1" i="0">
                <a:solidFill>
                  <a:schemeClr val="bg1"/>
                </a:solidFill>
                <a:latin typeface="+mn-ea"/>
                <a:ea typeface="+mn-ea"/>
                <a:cs typeface="+mn-ea"/>
              </a:rPr>
              <a:t>7</a:t>
            </a:r>
            <a:r>
              <a:rPr lang="zh-CN" altLang="en-US" sz="2800" b="1" i="0">
                <a:solidFill>
                  <a:schemeClr val="bg1"/>
                </a:solidFill>
                <a:latin typeface="+mn-ea"/>
                <a:ea typeface="+mn-ea"/>
                <a:cs typeface="+mn-ea"/>
              </a:rPr>
              <a:t>月</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标题 1"/>
          <p:cNvSpPr>
            <a:spLocks noGrp="1"/>
          </p:cNvSpPr>
          <p:nvPr>
            <p:ph type="title"/>
          </p:nvPr>
        </p:nvSpPr>
        <p:spPr>
          <a:xfrm>
            <a:off x="285750" y="274638"/>
            <a:ext cx="8501063" cy="1143000"/>
          </a:xfrm>
        </p:spPr>
        <p:txBody>
          <a:bodyPr vert="horz" wrap="square" lIns="91440" tIns="45720" rIns="91440" bIns="45720" anchor="ctr" anchorCtr="0"/>
          <a:lstStyle/>
          <a:p>
            <a:r>
              <a:rPr lang="zh-CN" altLang="en-US" sz="3600" b="1" dirty="0">
                <a:solidFill>
                  <a:schemeClr val="bg1"/>
                </a:solidFill>
                <a:latin typeface="楷体_GB2312" pitchFamily="49" charset="-122"/>
                <a:ea typeface="楷体_GB2312" pitchFamily="49" charset="-122"/>
              </a:rPr>
              <a:t>二、</a:t>
            </a:r>
            <a:r>
              <a:rPr lang="zh-CN" altLang="en-US" sz="3600" b="1" dirty="0">
                <a:solidFill>
                  <a:schemeClr val="bg1"/>
                </a:solidFill>
                <a:latin typeface="宋体" panose="02010600030101010101" pitchFamily="2" charset="-122"/>
              </a:rPr>
              <a:t>迎接大上海解放党在上海的不懈努力</a:t>
            </a:r>
            <a:endParaRPr lang="zh-CN" altLang="en-US" dirty="0"/>
          </a:p>
        </p:txBody>
      </p:sp>
      <p:sp>
        <p:nvSpPr>
          <p:cNvPr id="24578" name="内容占位符 2"/>
          <p:cNvSpPr>
            <a:spLocks noGrp="1"/>
          </p:cNvSpPr>
          <p:nvPr>
            <p:ph idx="1"/>
          </p:nvPr>
        </p:nvSpPr>
        <p:spPr>
          <a:xfrm>
            <a:off x="369888" y="1600200"/>
            <a:ext cx="8483600" cy="4773613"/>
          </a:xfrm>
        </p:spPr>
        <p:txBody>
          <a:bodyPr vert="horz" wrap="square" lIns="91440" tIns="45720" rIns="91440" bIns="45720" anchor="t" anchorCtr="0"/>
          <a:lstStyle/>
          <a:p>
            <a:r>
              <a:rPr lang="zh-CN" altLang="zh-CN" sz="2800" b="1" dirty="0">
                <a:solidFill>
                  <a:schemeClr val="bg1"/>
                </a:solidFill>
                <a:latin typeface="楷体_GB2312" pitchFamily="49" charset="-122"/>
                <a:ea typeface="楷体_GB2312" pitchFamily="49" charset="-122"/>
              </a:rPr>
              <a:t>（一）与国民党公开斗争的</a:t>
            </a:r>
            <a:r>
              <a:rPr lang="en-US" altLang="zh-CN" sz="2800" b="1" dirty="0">
                <a:solidFill>
                  <a:schemeClr val="bg1"/>
                </a:solidFill>
                <a:latin typeface="楷体_GB2312" pitchFamily="49" charset="-122"/>
                <a:ea typeface="楷体_GB2312" pitchFamily="49" charset="-122"/>
              </a:rPr>
              <a:t>“</a:t>
            </a:r>
            <a:r>
              <a:rPr lang="zh-CN" altLang="zh-CN" sz="2800" b="1" dirty="0">
                <a:solidFill>
                  <a:schemeClr val="bg1"/>
                </a:solidFill>
                <a:latin typeface="楷体_GB2312" pitchFamily="49" charset="-122"/>
                <a:ea typeface="楷体_GB2312" pitchFamily="49" charset="-122"/>
              </a:rPr>
              <a:t>周公馆</a:t>
            </a:r>
            <a:r>
              <a:rPr lang="en-US" altLang="zh-CN" sz="2800" b="1" dirty="0">
                <a:solidFill>
                  <a:schemeClr val="bg1"/>
                </a:solidFill>
                <a:latin typeface="楷体_GB2312" pitchFamily="49" charset="-122"/>
                <a:ea typeface="楷体_GB2312" pitchFamily="49" charset="-122"/>
              </a:rPr>
              <a:t>”</a:t>
            </a:r>
          </a:p>
          <a:p>
            <a:endParaRPr lang="en-US" altLang="zh-CN" sz="2800" b="1" dirty="0">
              <a:solidFill>
                <a:schemeClr val="bg1"/>
              </a:solidFill>
              <a:latin typeface="楷体_GB2312" pitchFamily="49" charset="-122"/>
              <a:ea typeface="楷体_GB2312" pitchFamily="49" charset="-122"/>
            </a:endParaRPr>
          </a:p>
          <a:p>
            <a:r>
              <a:rPr lang="zh-CN" altLang="en-US" sz="2800" b="1" dirty="0">
                <a:solidFill>
                  <a:schemeClr val="bg1"/>
                </a:solidFill>
                <a:latin typeface="楷体_GB2312" pitchFamily="49" charset="-122"/>
                <a:ea typeface="楷体_GB2312" pitchFamily="49" charset="-122"/>
              </a:rPr>
              <a:t>（二）反饥饿反内战反迫害的</a:t>
            </a:r>
            <a:r>
              <a:rPr lang="en-US" altLang="zh-CN" sz="2800" b="1" dirty="0">
                <a:solidFill>
                  <a:schemeClr val="bg1"/>
                </a:solidFill>
                <a:latin typeface="楷体_GB2312" pitchFamily="49" charset="-122"/>
                <a:ea typeface="楷体_GB2312" pitchFamily="49" charset="-122"/>
              </a:rPr>
              <a:t>“</a:t>
            </a:r>
            <a:r>
              <a:rPr lang="zh-CN" altLang="en-US" sz="2800" b="1" dirty="0">
                <a:solidFill>
                  <a:schemeClr val="bg1"/>
                </a:solidFill>
                <a:latin typeface="楷体_GB2312" pitchFamily="49" charset="-122"/>
                <a:ea typeface="楷体_GB2312" pitchFamily="49" charset="-122"/>
              </a:rPr>
              <a:t>五二零</a:t>
            </a:r>
            <a:r>
              <a:rPr lang="en-US" altLang="zh-CN" sz="2800" b="1" dirty="0">
                <a:solidFill>
                  <a:schemeClr val="bg1"/>
                </a:solidFill>
                <a:latin typeface="楷体_GB2312" pitchFamily="49" charset="-122"/>
                <a:ea typeface="楷体_GB2312" pitchFamily="49" charset="-122"/>
              </a:rPr>
              <a:t>”</a:t>
            </a:r>
            <a:r>
              <a:rPr lang="zh-CN" altLang="en-US" sz="2800" b="1" dirty="0">
                <a:solidFill>
                  <a:schemeClr val="bg1"/>
                </a:solidFill>
                <a:latin typeface="楷体_GB2312" pitchFamily="49" charset="-122"/>
                <a:ea typeface="楷体_GB2312" pitchFamily="49" charset="-122"/>
              </a:rPr>
              <a:t>事件</a:t>
            </a:r>
          </a:p>
          <a:p>
            <a:endParaRPr lang="zh-CN" altLang="en-US" sz="2800" b="1" dirty="0">
              <a:solidFill>
                <a:schemeClr val="bg1"/>
              </a:solidFill>
              <a:latin typeface="楷体_GB2312" pitchFamily="49" charset="-122"/>
              <a:ea typeface="楷体_GB2312" pitchFamily="49" charset="-122"/>
            </a:endParaRPr>
          </a:p>
          <a:p>
            <a:r>
              <a:rPr lang="zh-CN" altLang="en-US" sz="2800" b="1" dirty="0">
                <a:solidFill>
                  <a:schemeClr val="bg1"/>
                </a:solidFill>
                <a:latin typeface="楷体_GB2312" pitchFamily="49" charset="-122"/>
                <a:ea typeface="楷体_GB2312" pitchFamily="49" charset="-122"/>
              </a:rPr>
              <a:t>（三）</a:t>
            </a:r>
            <a:r>
              <a:rPr lang="zh-CN" altLang="en-US" sz="2800" b="1" dirty="0">
                <a:solidFill>
                  <a:schemeClr val="bg1"/>
                </a:solidFill>
                <a:latin typeface="楷体_GB2312" pitchFamily="49" charset="-122"/>
                <a:ea typeface="楷体_GB2312" pitchFamily="49" charset="-122"/>
                <a:sym typeface="宋体" panose="02010600030101010101" pitchFamily="2" charset="-122"/>
              </a:rPr>
              <a:t>保护中央文库的</a:t>
            </a:r>
            <a:r>
              <a:rPr lang="zh-CN" altLang="en-US" sz="2800" b="1" dirty="0">
                <a:solidFill>
                  <a:schemeClr val="bg1"/>
                </a:solidFill>
                <a:latin typeface="楷体_GB2312" pitchFamily="49" charset="-122"/>
                <a:ea typeface="楷体_GB2312" pitchFamily="49" charset="-122"/>
              </a:rPr>
              <a:t>惊险斗争：</a:t>
            </a:r>
            <a:endParaRPr lang="en-US" altLang="zh-CN" sz="2800" b="1" dirty="0">
              <a:solidFill>
                <a:schemeClr val="bg1"/>
              </a:solidFill>
              <a:latin typeface="楷体_GB2312" pitchFamily="49" charset="-122"/>
              <a:ea typeface="楷体_GB2312" pitchFamily="49" charset="-122"/>
            </a:endParaRPr>
          </a:p>
          <a:p>
            <a:endParaRPr lang="en-US" altLang="zh-CN" sz="2800" b="1" dirty="0">
              <a:solidFill>
                <a:schemeClr val="bg1"/>
              </a:solidFill>
              <a:latin typeface="楷体_GB2312" pitchFamily="49" charset="-122"/>
              <a:ea typeface="楷体_GB2312" pitchFamily="49" charset="-122"/>
            </a:endParaRPr>
          </a:p>
          <a:p>
            <a:r>
              <a:rPr lang="zh-CN" altLang="en-US" sz="2800" b="1" dirty="0">
                <a:solidFill>
                  <a:schemeClr val="bg1"/>
                </a:solidFill>
                <a:latin typeface="楷体_GB2312" pitchFamily="49" charset="-122"/>
                <a:ea typeface="楷体_GB2312" pitchFamily="49" charset="-122"/>
              </a:rPr>
              <a:t>（四）</a:t>
            </a:r>
            <a:r>
              <a:rPr lang="en-US" altLang="zh-CN" sz="2800" b="1" dirty="0">
                <a:solidFill>
                  <a:schemeClr val="bg1"/>
                </a:solidFill>
                <a:latin typeface="楷体_GB2312" pitchFamily="49" charset="-122"/>
                <a:ea typeface="楷体_GB2312" pitchFamily="49" charset="-122"/>
              </a:rPr>
              <a:t>“</a:t>
            </a:r>
            <a:r>
              <a:rPr lang="zh-CN" altLang="en-US" sz="2800" b="1" dirty="0">
                <a:solidFill>
                  <a:schemeClr val="bg1"/>
                </a:solidFill>
                <a:latin typeface="楷体_GB2312" pitchFamily="49" charset="-122"/>
                <a:ea typeface="楷体_GB2312" pitchFamily="49" charset="-122"/>
              </a:rPr>
              <a:t>永不消逝的电波</a:t>
            </a:r>
            <a:r>
              <a:rPr lang="en-US" altLang="zh-CN" sz="2800" b="1" dirty="0">
                <a:solidFill>
                  <a:schemeClr val="bg1"/>
                </a:solidFill>
                <a:latin typeface="楷体_GB2312" pitchFamily="49" charset="-122"/>
                <a:ea typeface="楷体_GB2312" pitchFamily="49" charset="-122"/>
              </a:rPr>
              <a:t>”</a:t>
            </a:r>
            <a:r>
              <a:rPr lang="zh-CN" altLang="en-US" sz="2800" b="1" dirty="0">
                <a:solidFill>
                  <a:schemeClr val="bg1"/>
                </a:solidFill>
                <a:latin typeface="楷体_GB2312" pitchFamily="49" charset="-122"/>
                <a:ea typeface="楷体_GB2312" pitchFamily="49" charset="-122"/>
              </a:rPr>
              <a:t>：李白</a:t>
            </a:r>
            <a:endParaRPr lang="en-US" altLang="zh-CN" sz="2800" b="1" dirty="0">
              <a:solidFill>
                <a:schemeClr val="bg1"/>
              </a:solidFill>
              <a:latin typeface="楷体_GB2312" pitchFamily="49" charset="-122"/>
              <a:ea typeface="楷体_GB2312" pitchFamily="49" charset="-122"/>
            </a:endParaRPr>
          </a:p>
          <a:p>
            <a:endParaRPr lang="zh-CN" altLang="en-US" sz="2800" b="1" dirty="0">
              <a:solidFill>
                <a:schemeClr val="bg1"/>
              </a:solidFill>
              <a:latin typeface="楷体_GB2312" pitchFamily="49" charset="-122"/>
              <a:ea typeface="楷体_GB2312" pitchFamily="49" charset="-122"/>
            </a:endParaRPr>
          </a:p>
          <a:p>
            <a:r>
              <a:rPr lang="zh-CN" altLang="en-US" sz="2800" b="1" dirty="0">
                <a:solidFill>
                  <a:schemeClr val="bg1"/>
                </a:solidFill>
                <a:latin typeface="楷体_GB2312" pitchFamily="49" charset="-122"/>
                <a:ea typeface="楷体_GB2312" pitchFamily="49" charset="-122"/>
              </a:rPr>
              <a:t>（五）大上海回到人民手中：</a:t>
            </a:r>
            <a:r>
              <a:rPr lang="en-US" altLang="zh-CN" sz="2800" b="1" dirty="0">
                <a:solidFill>
                  <a:schemeClr val="bg1"/>
                </a:solidFill>
                <a:latin typeface="楷体_GB2312" pitchFamily="49" charset="-122"/>
                <a:ea typeface="楷体_GB2312" pitchFamily="49" charset="-122"/>
              </a:rPr>
              <a:t>1949.5.27</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标题 1"/>
          <p:cNvSpPr>
            <a:spLocks noGrp="1"/>
          </p:cNvSpPr>
          <p:nvPr>
            <p:ph type="title"/>
          </p:nvPr>
        </p:nvSpPr>
        <p:spPr>
          <a:xfrm>
            <a:off x="120650" y="274638"/>
            <a:ext cx="8920163" cy="1143000"/>
          </a:xfrm>
        </p:spPr>
        <p:txBody>
          <a:bodyPr vert="horz" wrap="square" lIns="91440" tIns="45720" rIns="91440" bIns="45720" anchor="ctr" anchorCtr="0"/>
          <a:lstStyle/>
          <a:p>
            <a:r>
              <a:rPr lang="zh-CN" altLang="en-US" sz="3600" b="1" dirty="0">
                <a:solidFill>
                  <a:schemeClr val="bg1"/>
                </a:solidFill>
                <a:latin typeface="华文中宋" panose="02010600040101010101" pitchFamily="2" charset="-122"/>
                <a:ea typeface="华文中宋" panose="02010600040101010101" pitchFamily="2" charset="-122"/>
              </a:rPr>
              <a:t>肖林与中共在上海的“地下金库”华益公司</a:t>
            </a:r>
          </a:p>
        </p:txBody>
      </p:sp>
      <p:sp>
        <p:nvSpPr>
          <p:cNvPr id="33794" name="内容占位符 2"/>
          <p:cNvSpPr>
            <a:spLocks noGrp="1"/>
          </p:cNvSpPr>
          <p:nvPr>
            <p:ph idx="1"/>
          </p:nvPr>
        </p:nvSpPr>
        <p:spPr>
          <a:xfrm>
            <a:off x="239713" y="1338263"/>
            <a:ext cx="8715375" cy="5151437"/>
          </a:xfrm>
        </p:spPr>
        <p:txBody>
          <a:bodyPr vert="horz" wrap="square" lIns="91440" tIns="45720" rIns="91440" bIns="45720" anchor="t" anchorCtr="0"/>
          <a:lstStyle/>
          <a:p>
            <a:endParaRPr lang="zh-CN" altLang="en-US" sz="2400" b="1" dirty="0">
              <a:solidFill>
                <a:schemeClr val="bg1"/>
              </a:solidFill>
              <a:latin typeface="楷体" panose="02010609060101010101" pitchFamily="49" charset="-122"/>
              <a:ea typeface="楷体" panose="02010609060101010101" pitchFamily="49" charset="-122"/>
            </a:endParaRPr>
          </a:p>
          <a:p>
            <a:r>
              <a:rPr lang="zh-CN" altLang="en-US" sz="2400" b="1" dirty="0">
                <a:solidFill>
                  <a:schemeClr val="bg1"/>
                </a:solidFill>
                <a:latin typeface="楷体" panose="02010609060101010101" pitchFamily="49" charset="-122"/>
                <a:ea typeface="楷体" panose="02010609060101010101" pitchFamily="49" charset="-122"/>
              </a:rPr>
              <a:t>抗战时期，</a:t>
            </a:r>
            <a:r>
              <a:rPr lang="zh-CN" altLang="en-US" sz="2400" b="1" dirty="0">
                <a:solidFill>
                  <a:srgbClr val="FFFF00"/>
                </a:solidFill>
                <a:latin typeface="楷体" panose="02010609060101010101" pitchFamily="49" charset="-122"/>
                <a:ea typeface="楷体" panose="02010609060101010101" pitchFamily="49" charset="-122"/>
              </a:rPr>
              <a:t>四川江津人肖林</a:t>
            </a:r>
            <a:r>
              <a:rPr lang="zh-CN" altLang="en-US" sz="2400" b="1" dirty="0">
                <a:solidFill>
                  <a:schemeClr val="bg1"/>
                </a:solidFill>
                <a:latin typeface="楷体" panose="02010609060101010101" pitchFamily="49" charset="-122"/>
                <a:ea typeface="楷体" panose="02010609060101010101" pitchFamily="49" charset="-122"/>
              </a:rPr>
              <a:t>在浙江中路137弄1号建立</a:t>
            </a:r>
            <a:r>
              <a:rPr lang="zh-CN" altLang="en-US" sz="2400" b="1" dirty="0">
                <a:solidFill>
                  <a:srgbClr val="FFFF00"/>
                </a:solidFill>
                <a:latin typeface="楷体" panose="02010609060101010101" pitchFamily="49" charset="-122"/>
                <a:ea typeface="楷体" panose="02010609060101010101" pitchFamily="49" charset="-122"/>
              </a:rPr>
              <a:t>富川商号</a:t>
            </a:r>
            <a:r>
              <a:rPr lang="zh-CN" altLang="en-US" sz="2400" b="1" dirty="0">
                <a:solidFill>
                  <a:schemeClr val="bg1"/>
                </a:solidFill>
                <a:latin typeface="楷体" panose="02010609060101010101" pitchFamily="49" charset="-122"/>
                <a:ea typeface="楷体" panose="02010609060101010101" pitchFamily="49" charset="-122"/>
              </a:rPr>
              <a:t>，在党的领导下开展地下经济工作，利用国民党政府的裙带关系在上海从事商贸活动，利用国民党将军李弥的裙带关系，暗地里为党的事业提供源源不断的资金。</a:t>
            </a:r>
          </a:p>
          <a:p>
            <a:r>
              <a:rPr lang="zh-CN" altLang="en-US" sz="2400" b="1" dirty="0">
                <a:solidFill>
                  <a:srgbClr val="FFFF00"/>
                </a:solidFill>
                <a:latin typeface="楷体" panose="02010609060101010101" pitchFamily="49" charset="-122"/>
                <a:ea typeface="楷体" panose="02010609060101010101" pitchFamily="49" charset="-122"/>
              </a:rPr>
              <a:t>华益公司</a:t>
            </a:r>
            <a:r>
              <a:rPr lang="zh-CN" altLang="en-US" sz="2400" b="1" dirty="0">
                <a:solidFill>
                  <a:schemeClr val="bg1"/>
                </a:solidFill>
                <a:latin typeface="楷体" panose="02010609060101010101" pitchFamily="49" charset="-122"/>
                <a:ea typeface="楷体" panose="02010609060101010101" pitchFamily="49" charset="-122"/>
              </a:rPr>
              <a:t>于1947年3月成立，主要通过青岛与山东解放区开展货物海上贸易，</a:t>
            </a:r>
            <a:r>
              <a:rPr lang="zh-CN" altLang="en-US" sz="2400" b="1" dirty="0">
                <a:solidFill>
                  <a:schemeClr val="bg1"/>
                </a:solidFill>
                <a:latin typeface="楷体" panose="02010609060101010101" pitchFamily="49" charset="-122"/>
                <a:ea typeface="楷体" panose="02010609060101010101" pitchFamily="49" charset="-122"/>
                <a:sym typeface="宋体" panose="02010600030101010101" pitchFamily="2" charset="-122"/>
              </a:rPr>
              <a:t>至</a:t>
            </a:r>
            <a:r>
              <a:rPr lang="en-US" altLang="zh-CN" sz="2400" b="1" dirty="0">
                <a:solidFill>
                  <a:schemeClr val="bg1"/>
                </a:solidFill>
                <a:latin typeface="楷体" panose="02010609060101010101" pitchFamily="49" charset="-122"/>
                <a:ea typeface="楷体" panose="02010609060101010101" pitchFamily="49" charset="-122"/>
                <a:sym typeface="宋体" panose="02010600030101010101" pitchFamily="2" charset="-122"/>
              </a:rPr>
              <a:t>1949</a:t>
            </a:r>
            <a:r>
              <a:rPr lang="zh-CN" altLang="en-US" sz="2400" b="1" dirty="0">
                <a:solidFill>
                  <a:schemeClr val="bg1"/>
                </a:solidFill>
                <a:latin typeface="楷体" panose="02010609060101010101" pitchFamily="49" charset="-122"/>
                <a:ea typeface="楷体" panose="02010609060101010101" pitchFamily="49" charset="-122"/>
                <a:sym typeface="宋体" panose="02010600030101010101" pitchFamily="2" charset="-122"/>
              </a:rPr>
              <a:t>年</a:t>
            </a:r>
            <a:r>
              <a:rPr lang="en-US" altLang="zh-CN" sz="2400" b="1" dirty="0">
                <a:solidFill>
                  <a:schemeClr val="bg1"/>
                </a:solidFill>
                <a:latin typeface="楷体" panose="02010609060101010101" pitchFamily="49" charset="-122"/>
                <a:ea typeface="楷体" panose="02010609060101010101" pitchFamily="49" charset="-122"/>
                <a:sym typeface="宋体" panose="02010600030101010101" pitchFamily="2" charset="-122"/>
              </a:rPr>
              <a:t>5</a:t>
            </a:r>
            <a:r>
              <a:rPr lang="zh-CN" altLang="en-US" sz="2400" b="1" dirty="0">
                <a:solidFill>
                  <a:schemeClr val="bg1"/>
                </a:solidFill>
                <a:latin typeface="楷体" panose="02010609060101010101" pitchFamily="49" charset="-122"/>
                <a:ea typeface="楷体" panose="02010609060101010101" pitchFamily="49" charset="-122"/>
                <a:sym typeface="宋体" panose="02010600030101010101" pitchFamily="2" charset="-122"/>
              </a:rPr>
              <a:t>月</a:t>
            </a:r>
            <a:r>
              <a:rPr lang="en-US" altLang="zh-CN" sz="2400" b="1" dirty="0">
                <a:solidFill>
                  <a:schemeClr val="bg1"/>
                </a:solidFill>
                <a:latin typeface="楷体" panose="02010609060101010101" pitchFamily="49" charset="-122"/>
                <a:ea typeface="楷体" panose="02010609060101010101" pitchFamily="49" charset="-122"/>
                <a:sym typeface="宋体" panose="02010600030101010101" pitchFamily="2" charset="-122"/>
              </a:rPr>
              <a:t>27</a:t>
            </a:r>
            <a:r>
              <a:rPr lang="zh-CN" altLang="en-US" sz="2400" b="1" dirty="0">
                <a:solidFill>
                  <a:schemeClr val="bg1"/>
                </a:solidFill>
                <a:latin typeface="楷体" panose="02010609060101010101" pitchFamily="49" charset="-122"/>
                <a:ea typeface="楷体" panose="02010609060101010101" pitchFamily="49" charset="-122"/>
                <a:sym typeface="宋体" panose="02010600030101010101" pitchFamily="2" charset="-122"/>
              </a:rPr>
              <a:t>日</a:t>
            </a:r>
            <a:r>
              <a:rPr lang="zh-CN" altLang="en-US" sz="2400" b="1" dirty="0">
                <a:solidFill>
                  <a:schemeClr val="bg1"/>
                </a:solidFill>
                <a:latin typeface="楷体" panose="02010609060101010101" pitchFamily="49" charset="-122"/>
                <a:ea typeface="楷体" panose="02010609060101010101" pitchFamily="49" charset="-122"/>
              </a:rPr>
              <a:t>结束时，一共向中共中央办公厅上交了黄金12万两。</a:t>
            </a:r>
          </a:p>
          <a:p>
            <a:r>
              <a:rPr lang="zh-CN" altLang="en-US" sz="2400" b="1" dirty="0">
                <a:solidFill>
                  <a:schemeClr val="bg1"/>
                </a:solidFill>
                <a:latin typeface="楷体" panose="02010609060101010101" pitchFamily="49" charset="-122"/>
                <a:ea typeface="楷体" panose="02010609060101010101" pitchFamily="49" charset="-122"/>
              </a:rPr>
              <a:t>肖林夫妇二人作为中共地下金库的掌管者，从未想过要取国家一分一厘，无人监督便自我管理，掌管着可谓是国家的财政大权，却从没有为自己，谋取一丝一毫的利益。这便是中国共产党人对党的无限忠诚，为崇高事业的无私奉献。</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标题 1"/>
          <p:cNvSpPr>
            <a:spLocks noGrp="1"/>
          </p:cNvSpPr>
          <p:nvPr>
            <p:ph type="title"/>
          </p:nvPr>
        </p:nvSpPr>
        <p:spPr>
          <a:xfrm>
            <a:off x="457200" y="188913"/>
            <a:ext cx="8229600" cy="633412"/>
          </a:xfrm>
        </p:spPr>
        <p:txBody>
          <a:bodyPr vert="horz" wrap="square" lIns="91440" tIns="45720" rIns="91440" bIns="45720" anchor="ctr" anchorCtr="0"/>
          <a:lstStyle/>
          <a:p>
            <a:r>
              <a:rPr lang="zh-CN" altLang="en-US" sz="3200" b="1" dirty="0">
                <a:solidFill>
                  <a:srgbClr val="FFFF00"/>
                </a:solidFill>
              </a:rPr>
              <a:t>烈士英勇就义前一组视死如归的感人照片</a:t>
            </a:r>
          </a:p>
        </p:txBody>
      </p:sp>
      <p:pic>
        <p:nvPicPr>
          <p:cNvPr id="27650" name="内容占位符 3"/>
          <p:cNvPicPr>
            <a:picLocks noGrp="1" noChangeAspect="1"/>
          </p:cNvPicPr>
          <p:nvPr>
            <p:ph idx="1"/>
          </p:nvPr>
        </p:nvPicPr>
        <p:blipFill>
          <a:blip r:embed="rId2"/>
          <a:stretch>
            <a:fillRect/>
          </a:stretch>
        </p:blipFill>
        <p:spPr>
          <a:xfrm>
            <a:off x="0" y="1125538"/>
            <a:ext cx="9144000" cy="5732462"/>
          </a:xfr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标题 1"/>
          <p:cNvSpPr>
            <a:spLocks noGrp="1"/>
          </p:cNvSpPr>
          <p:nvPr>
            <p:ph type="title"/>
          </p:nvPr>
        </p:nvSpPr>
        <p:spPr>
          <a:xfrm>
            <a:off x="457200" y="116523"/>
            <a:ext cx="8229600" cy="1143000"/>
          </a:xfrm>
        </p:spPr>
        <p:txBody>
          <a:bodyPr vert="horz" wrap="square" lIns="91440" tIns="45720" rIns="91440" bIns="45720" anchor="ctr" anchorCtr="0"/>
          <a:lstStyle/>
          <a:p>
            <a:r>
              <a:rPr lang="zh-CN" altLang="en-US" sz="3200" b="1" dirty="0">
                <a:solidFill>
                  <a:srgbClr val="FFFF00"/>
                </a:solidFill>
              </a:rPr>
              <a:t>激战外白渡桥</a:t>
            </a:r>
          </a:p>
        </p:txBody>
      </p:sp>
      <p:pic>
        <p:nvPicPr>
          <p:cNvPr id="29698" name="内容占位符 3"/>
          <p:cNvPicPr>
            <a:picLocks noGrp="1" noChangeAspect="1"/>
          </p:cNvPicPr>
          <p:nvPr>
            <p:ph idx="1"/>
          </p:nvPr>
        </p:nvPicPr>
        <p:blipFill>
          <a:blip r:embed="rId2"/>
          <a:stretch>
            <a:fillRect/>
          </a:stretch>
        </p:blipFill>
        <p:spPr>
          <a:xfrm>
            <a:off x="467360" y="1196658"/>
            <a:ext cx="8229600" cy="5440362"/>
          </a:xfr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标题 1"/>
          <p:cNvSpPr>
            <a:spLocks noGrp="1"/>
          </p:cNvSpPr>
          <p:nvPr>
            <p:ph type="title"/>
          </p:nvPr>
        </p:nvSpPr>
        <p:spPr/>
        <p:txBody>
          <a:bodyPr vert="horz" wrap="square" lIns="91440" tIns="45720" rIns="91440" bIns="45720" anchor="ctr" anchorCtr="0"/>
          <a:lstStyle/>
          <a:p>
            <a:r>
              <a:rPr lang="zh-CN" altLang="en-US" sz="3200" b="1" dirty="0">
                <a:solidFill>
                  <a:srgbClr val="FFFF00"/>
                </a:solidFill>
              </a:rPr>
              <a:t>上海人民欢迎解放军</a:t>
            </a:r>
          </a:p>
        </p:txBody>
      </p:sp>
      <p:pic>
        <p:nvPicPr>
          <p:cNvPr id="30722" name="内容占位符 3"/>
          <p:cNvPicPr>
            <a:picLocks noGrp="1" noChangeAspect="1"/>
          </p:cNvPicPr>
          <p:nvPr>
            <p:ph idx="1"/>
          </p:nvPr>
        </p:nvPicPr>
        <p:blipFill>
          <a:blip r:embed="rId2"/>
          <a:stretch>
            <a:fillRect/>
          </a:stretch>
        </p:blipFill>
        <p:spPr>
          <a:xfrm>
            <a:off x="0" y="1417638"/>
            <a:ext cx="9144000" cy="5440362"/>
          </a:xfr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标题 1"/>
          <p:cNvSpPr>
            <a:spLocks noGrp="1"/>
          </p:cNvSpPr>
          <p:nvPr>
            <p:ph type="title"/>
          </p:nvPr>
        </p:nvSpPr>
        <p:spPr/>
        <p:txBody>
          <a:bodyPr vert="horz" wrap="square" lIns="91440" tIns="45720" rIns="91440" bIns="45720" anchor="ctr" anchorCtr="0"/>
          <a:lstStyle/>
          <a:p>
            <a:r>
              <a:rPr lang="zh-CN" altLang="en-US" sz="3200" b="1" dirty="0">
                <a:solidFill>
                  <a:srgbClr val="FFFF00"/>
                </a:solidFill>
              </a:rPr>
              <a:t>人民解放军巡逻大上海</a:t>
            </a:r>
          </a:p>
        </p:txBody>
      </p:sp>
      <p:pic>
        <p:nvPicPr>
          <p:cNvPr id="31746" name="内容占位符 3"/>
          <p:cNvPicPr>
            <a:picLocks noGrp="1" noChangeAspect="1"/>
          </p:cNvPicPr>
          <p:nvPr>
            <p:ph idx="1"/>
          </p:nvPr>
        </p:nvPicPr>
        <p:blipFill>
          <a:blip r:embed="rId2"/>
          <a:stretch>
            <a:fillRect/>
          </a:stretch>
        </p:blipFill>
        <p:spPr>
          <a:xfrm>
            <a:off x="0" y="1417638"/>
            <a:ext cx="9144000" cy="5440362"/>
          </a:xfr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标题 1"/>
          <p:cNvSpPr>
            <a:spLocks noGrp="1"/>
          </p:cNvSpPr>
          <p:nvPr>
            <p:ph type="title"/>
          </p:nvPr>
        </p:nvSpPr>
        <p:spPr/>
        <p:txBody>
          <a:bodyPr vert="horz" wrap="square" lIns="91440" tIns="45720" rIns="91440" bIns="45720" anchor="ctr" anchorCtr="0"/>
          <a:lstStyle/>
          <a:p>
            <a:r>
              <a:rPr lang="zh-CN" altLang="en-US" sz="3200" b="1" dirty="0">
                <a:solidFill>
                  <a:srgbClr val="FFFF00"/>
                </a:solidFill>
              </a:rPr>
              <a:t>送给上海人民的“见面礼”</a:t>
            </a:r>
          </a:p>
        </p:txBody>
      </p:sp>
      <p:pic>
        <p:nvPicPr>
          <p:cNvPr id="32770" name="内容占位符 3"/>
          <p:cNvPicPr>
            <a:picLocks noGrp="1" noChangeAspect="1"/>
          </p:cNvPicPr>
          <p:nvPr>
            <p:ph idx="1"/>
          </p:nvPr>
        </p:nvPicPr>
        <p:blipFill>
          <a:blip r:embed="rId2"/>
          <a:stretch>
            <a:fillRect/>
          </a:stretch>
        </p:blipFill>
        <p:spPr>
          <a:xfrm>
            <a:off x="0" y="1268413"/>
            <a:ext cx="9144000" cy="5589587"/>
          </a:xfr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 name="Picture 2" descr="D:\南亩\毛泽东旧居甲秀里\毛泽东旧居ppt模板\ppt底图水印a 空白.jpg"/>
          <p:cNvPicPr>
            <a:picLocks noChangeAspect="1" noChangeArrowheads="1"/>
          </p:cNvPicPr>
          <p:nvPr/>
        </p:nvPicPr>
        <p:blipFill>
          <a:blip r:embed="rId3" cstate="print"/>
          <a:srcRect/>
          <a:stretch>
            <a:fillRect/>
          </a:stretch>
        </p:blipFill>
        <p:spPr bwMode="auto">
          <a:xfrm>
            <a:off x="0" y="857251"/>
            <a:ext cx="9144000" cy="5140643"/>
          </a:xfrm>
          <a:prstGeom prst="rect">
            <a:avLst/>
          </a:prstGeom>
          <a:noFill/>
        </p:spPr>
      </p:pic>
      <p:sp>
        <p:nvSpPr>
          <p:cNvPr id="5" name="灯片编号占位符 4"/>
          <p:cNvSpPr>
            <a:spLocks noGrp="1"/>
          </p:cNvSpPr>
          <p:nvPr>
            <p:ph type="sldNum" sz="quarter" idx="12"/>
          </p:nvPr>
        </p:nvSpPr>
        <p:spPr/>
        <p:txBody>
          <a:bodyPr/>
          <a:lstStyle/>
          <a:p>
            <a:fld id="{0C913308-F349-4B6D-A68A-DD1791B4A57B}" type="slidenum">
              <a:rPr lang="zh-CN" altLang="en-US" sz="900" smtClean="0"/>
              <a:t>21</a:t>
            </a:fld>
            <a:endParaRPr lang="zh-CN" altLang="en-US" sz="900"/>
          </a:p>
        </p:txBody>
      </p:sp>
      <p:sp>
        <p:nvSpPr>
          <p:cNvPr id="6" name="页脚占位符 5"/>
          <p:cNvSpPr>
            <a:spLocks noGrp="1"/>
          </p:cNvSpPr>
          <p:nvPr>
            <p:ph type="ftr" sz="quarter" idx="11"/>
          </p:nvPr>
        </p:nvSpPr>
        <p:spPr/>
        <p:txBody>
          <a:bodyPr/>
          <a:lstStyle/>
          <a:p>
            <a:r>
              <a:rPr lang="zh-CN" altLang="en-US" sz="900" dirty="0" smtClean="0">
                <a:latin typeface="方正清刻本悦宋简体" pitchFamily="2" charset="-122"/>
                <a:ea typeface="方正清刻本悦宋简体" pitchFamily="2" charset="-122"/>
              </a:rPr>
              <a:t>上海刘长胜故居</a:t>
            </a:r>
            <a:endParaRPr lang="zh-CN" altLang="en-US" sz="900" dirty="0">
              <a:latin typeface="方正清刻本悦宋简体" pitchFamily="2" charset="-122"/>
              <a:ea typeface="方正清刻本悦宋简体" pitchFamily="2" charset="-122"/>
            </a:endParaRPr>
          </a:p>
        </p:txBody>
      </p:sp>
      <p:sp>
        <p:nvSpPr>
          <p:cNvPr id="7" name="矩形 6"/>
          <p:cNvSpPr/>
          <p:nvPr/>
        </p:nvSpPr>
        <p:spPr>
          <a:xfrm>
            <a:off x="0" y="1160748"/>
            <a:ext cx="971600" cy="259229"/>
          </a:xfrm>
          <a:prstGeom prst="rect">
            <a:avLst/>
          </a:prstGeom>
          <a:solidFill>
            <a:srgbClr val="C00000"/>
          </a:solidFill>
          <a:ln>
            <a:noFill/>
          </a:ln>
          <a:effectLst>
            <a:outerShdw blurRad="50800" dist="38100" dir="8100000" algn="tr" rotWithShape="0">
              <a:prstClr val="black">
                <a:alpha val="40000"/>
              </a:prstClr>
            </a:outerShdw>
          </a:effectLst>
        </p:spPr>
        <p:style>
          <a:lnRef idx="2">
            <a:schemeClr val="dk1">
              <a:shade val="50000"/>
            </a:schemeClr>
          </a:lnRef>
          <a:fillRef idx="1">
            <a:schemeClr val="dk1"/>
          </a:fillRef>
          <a:effectRef idx="0">
            <a:schemeClr val="dk1"/>
          </a:effectRef>
          <a:fontRef idx="minor">
            <a:schemeClr val="lt1"/>
          </a:fontRef>
        </p:style>
        <p:txBody>
          <a:bodyPr lIns="87919" tIns="43959" rIns="87919" bIns="43959" rtlCol="0" anchor="ctr"/>
          <a:lstStyle/>
          <a:p>
            <a:pPr algn="ctr"/>
            <a:endParaRPr lang="zh-CN" altLang="en-US" sz="100" dirty="0">
              <a:solidFill>
                <a:srgbClr val="C00000"/>
              </a:solidFill>
            </a:endParaRPr>
          </a:p>
        </p:txBody>
      </p:sp>
      <p:sp>
        <p:nvSpPr>
          <p:cNvPr id="10" name="矩形 9"/>
          <p:cNvSpPr/>
          <p:nvPr/>
        </p:nvSpPr>
        <p:spPr>
          <a:xfrm>
            <a:off x="0" y="5132851"/>
            <a:ext cx="9144000" cy="259229"/>
          </a:xfrm>
          <a:prstGeom prst="rect">
            <a:avLst/>
          </a:prstGeom>
          <a:solidFill>
            <a:schemeClr val="accent1">
              <a:lumMod val="50000"/>
            </a:schemeClr>
          </a:solidFill>
          <a:ln>
            <a:noFill/>
          </a:ln>
          <a:effectLst>
            <a:outerShdw blurRad="50800" dist="38100" dir="8100000" algn="tr" rotWithShape="0">
              <a:prstClr val="black">
                <a:alpha val="40000"/>
              </a:prstClr>
            </a:outerShdw>
          </a:effectLst>
        </p:spPr>
        <p:style>
          <a:lnRef idx="2">
            <a:schemeClr val="dk1">
              <a:shade val="50000"/>
            </a:schemeClr>
          </a:lnRef>
          <a:fillRef idx="1">
            <a:schemeClr val="dk1"/>
          </a:fillRef>
          <a:effectRef idx="0">
            <a:schemeClr val="dk1"/>
          </a:effectRef>
          <a:fontRef idx="minor">
            <a:schemeClr val="lt1"/>
          </a:fontRef>
        </p:style>
        <p:txBody>
          <a:bodyPr lIns="87919" tIns="43959" rIns="87919" bIns="43959" rtlCol="0" anchor="ctr"/>
          <a:lstStyle/>
          <a:p>
            <a:pPr algn="ctr"/>
            <a:endParaRPr lang="zh-CN" altLang="en-US" sz="100"/>
          </a:p>
        </p:txBody>
      </p:sp>
      <p:sp>
        <p:nvSpPr>
          <p:cNvPr id="11" name="矩形 10"/>
          <p:cNvSpPr/>
          <p:nvPr/>
        </p:nvSpPr>
        <p:spPr>
          <a:xfrm>
            <a:off x="8820472" y="4789952"/>
            <a:ext cx="323528" cy="259229"/>
          </a:xfrm>
          <a:prstGeom prst="rect">
            <a:avLst/>
          </a:prstGeom>
          <a:solidFill>
            <a:srgbClr val="C00000"/>
          </a:solidFill>
          <a:ln>
            <a:noFill/>
          </a:ln>
          <a:effectLst>
            <a:outerShdw blurRad="50800" dist="38100" dir="8100000" algn="tr" rotWithShape="0">
              <a:prstClr val="black">
                <a:alpha val="40000"/>
              </a:prstClr>
            </a:outerShdw>
          </a:effectLst>
        </p:spPr>
        <p:style>
          <a:lnRef idx="2">
            <a:schemeClr val="dk1">
              <a:shade val="50000"/>
            </a:schemeClr>
          </a:lnRef>
          <a:fillRef idx="1">
            <a:schemeClr val="dk1"/>
          </a:fillRef>
          <a:effectRef idx="0">
            <a:schemeClr val="dk1"/>
          </a:effectRef>
          <a:fontRef idx="minor">
            <a:schemeClr val="lt1"/>
          </a:fontRef>
        </p:style>
        <p:txBody>
          <a:bodyPr lIns="87919" tIns="43959" rIns="87919" bIns="43959" rtlCol="0" anchor="ctr"/>
          <a:lstStyle/>
          <a:p>
            <a:pPr algn="ctr"/>
            <a:endParaRPr lang="zh-CN" altLang="en-US" sz="100" dirty="0">
              <a:solidFill>
                <a:srgbClr val="C00000"/>
              </a:solidFill>
            </a:endParaRPr>
          </a:p>
        </p:txBody>
      </p:sp>
      <p:cxnSp>
        <p:nvCxnSpPr>
          <p:cNvPr id="20" name="直接连接符 19"/>
          <p:cNvCxnSpPr/>
          <p:nvPr/>
        </p:nvCxnSpPr>
        <p:spPr>
          <a:xfrm>
            <a:off x="3779912" y="5632445"/>
            <a:ext cx="1584176" cy="0"/>
          </a:xfrm>
          <a:prstGeom prst="line">
            <a:avLst/>
          </a:prstGeom>
          <a:ln>
            <a:solidFill>
              <a:srgbClr val="C00000"/>
            </a:solidFill>
          </a:ln>
        </p:spPr>
        <p:style>
          <a:lnRef idx="1">
            <a:schemeClr val="accent1"/>
          </a:lnRef>
          <a:fillRef idx="0">
            <a:schemeClr val="accent1"/>
          </a:fillRef>
          <a:effectRef idx="0">
            <a:schemeClr val="accent1"/>
          </a:effectRef>
          <a:fontRef idx="minor">
            <a:schemeClr val="tx1"/>
          </a:fontRef>
        </p:style>
      </p:cxnSp>
      <p:sp>
        <p:nvSpPr>
          <p:cNvPr id="16" name="TextBox 15"/>
          <p:cNvSpPr txBox="1"/>
          <p:nvPr/>
        </p:nvSpPr>
        <p:spPr>
          <a:xfrm>
            <a:off x="251460" y="980440"/>
            <a:ext cx="5221605" cy="4030980"/>
          </a:xfrm>
          <a:prstGeom prst="rect">
            <a:avLst/>
          </a:prstGeom>
          <a:noFill/>
        </p:spPr>
        <p:txBody>
          <a:bodyPr wrap="square" rtlCol="0">
            <a:spAutoFit/>
          </a:bodyPr>
          <a:lstStyle/>
          <a:p>
            <a:pPr>
              <a:lnSpc>
                <a:spcPct val="200000"/>
              </a:lnSpc>
            </a:pPr>
            <a:r>
              <a:rPr lang="en-US" altLang="zh-CN" sz="1425" b="1" dirty="0" smtClean="0"/>
              <a:t>     </a:t>
            </a:r>
            <a:r>
              <a:rPr lang="en-US" altLang="zh-CN" sz="1600" b="1" dirty="0" smtClean="0"/>
              <a:t>  1949</a:t>
            </a:r>
            <a:r>
              <a:rPr lang="zh-CN" altLang="en-US" sz="1600" b="1" dirty="0" smtClean="0"/>
              <a:t>年</a:t>
            </a:r>
            <a:r>
              <a:rPr lang="en-US" altLang="zh-CN" sz="1600" b="1" dirty="0" smtClean="0"/>
              <a:t>5</a:t>
            </a:r>
            <a:r>
              <a:rPr lang="zh-CN" altLang="en-US" sz="1600" b="1" dirty="0" smtClean="0"/>
              <a:t>月，在中共中央上海局及其领导下的上海地下市委组织下，上海组建了</a:t>
            </a:r>
            <a:r>
              <a:rPr lang="en-US" altLang="zh-CN" sz="1600" b="1" dirty="0" smtClean="0"/>
              <a:t>10</a:t>
            </a:r>
            <a:r>
              <a:rPr lang="zh-CN" altLang="en-US" sz="1600" b="1" dirty="0" smtClean="0"/>
              <a:t>万余人的“人民保安队”，配合人民解放军里应外合、迎接上海解放。</a:t>
            </a:r>
            <a:r>
              <a:rPr lang="en-US" altLang="zh-CN" sz="1600" b="1" dirty="0" smtClean="0"/>
              <a:t>16</a:t>
            </a:r>
            <a:r>
              <a:rPr lang="zh-CN" altLang="en-US" sz="1600" b="1" dirty="0" smtClean="0"/>
              <a:t>个战火纷飞的日日夜夜，全市水、电、煤气、通讯一刻未停，交通基本正常，大多数工厂机器照常运转，商店照常营业，学校照常上课，社会秩序井然，创造了世界战争史上的奇迹！</a:t>
            </a:r>
            <a:endParaRPr lang="en-US" altLang="zh-CN" sz="1600" b="1" dirty="0" smtClean="0"/>
          </a:p>
          <a:p>
            <a:pPr>
              <a:lnSpc>
                <a:spcPct val="200000"/>
              </a:lnSpc>
            </a:pPr>
            <a:r>
              <a:rPr lang="en-US" altLang="zh-CN" sz="1600" b="1" dirty="0" smtClean="0"/>
              <a:t>       1949</a:t>
            </a:r>
            <a:r>
              <a:rPr lang="zh-CN" altLang="en-US" sz="1600" b="1" dirty="0" smtClean="0"/>
              <a:t>年</a:t>
            </a:r>
            <a:r>
              <a:rPr lang="en-US" altLang="zh-CN" sz="1600" b="1" dirty="0" smtClean="0"/>
              <a:t>5</a:t>
            </a:r>
            <a:r>
              <a:rPr lang="zh-CN" altLang="en-US" sz="1600" b="1" dirty="0" smtClean="0"/>
              <a:t>月</a:t>
            </a:r>
            <a:r>
              <a:rPr lang="en-US" altLang="zh-CN" sz="1600" b="1" dirty="0" smtClean="0"/>
              <a:t>27</a:t>
            </a:r>
            <a:r>
              <a:rPr lang="zh-CN" altLang="en-US" sz="1600" b="1" dirty="0" smtClean="0"/>
              <a:t>日，上海宣告解放！</a:t>
            </a:r>
            <a:endParaRPr lang="zh-CN" altLang="en-US" sz="1600" dirty="0"/>
          </a:p>
        </p:txBody>
      </p:sp>
      <p:pic>
        <p:nvPicPr>
          <p:cNvPr id="105474" name="Picture 2" descr="C:\Users\ADMINI~1\AppData\Local\Temp\WeChat Files\d0a05a195f6557ba1714598e8bc5959.png"/>
          <p:cNvPicPr>
            <a:picLocks noChangeAspect="1" noChangeArrowheads="1"/>
          </p:cNvPicPr>
          <p:nvPr/>
        </p:nvPicPr>
        <p:blipFill>
          <a:blip r:embed="rId4" cstate="print"/>
          <a:srcRect/>
          <a:stretch>
            <a:fillRect/>
          </a:stretch>
        </p:blipFill>
        <p:spPr bwMode="auto">
          <a:xfrm>
            <a:off x="5476373" y="1113662"/>
            <a:ext cx="2872496" cy="3985112"/>
          </a:xfrm>
          <a:prstGeom prst="rect">
            <a:avLst/>
          </a:prstGeom>
          <a:noFill/>
        </p:spPr>
      </p:pic>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矩形 1"/>
          <p:cNvSpPr/>
          <p:nvPr/>
        </p:nvSpPr>
        <p:spPr>
          <a:xfrm>
            <a:off x="428625" y="621030"/>
            <a:ext cx="8455660" cy="4584700"/>
          </a:xfrm>
          <a:prstGeom prst="rect">
            <a:avLst/>
          </a:prstGeom>
          <a:noFill/>
          <a:ln w="9525">
            <a:noFill/>
          </a:ln>
        </p:spPr>
        <p:txBody>
          <a:bodyPr wrap="square" anchor="t" anchorCtr="0">
            <a:spAutoFit/>
          </a:bodyPr>
          <a:lstStyle/>
          <a:p>
            <a:pPr>
              <a:buFont typeface="Arial" panose="020B0604020202020204" pitchFamily="34" charset="0"/>
            </a:pPr>
            <a:r>
              <a:rPr lang="zh-CN" altLang="en-US" sz="3200" b="1" dirty="0">
                <a:solidFill>
                  <a:schemeClr val="bg1"/>
                </a:solidFill>
                <a:latin typeface="宋体" panose="02010600030101010101" pitchFamily="2" charset="-122"/>
                <a:sym typeface="+mn-ea"/>
              </a:rPr>
              <a:t>三、光明的摇篮：</a:t>
            </a:r>
            <a:r>
              <a:rPr lang="zh-CN" altLang="en-US" sz="3200" b="1" dirty="0">
                <a:solidFill>
                  <a:schemeClr val="bg1"/>
                </a:solidFill>
                <a:latin typeface="宋体" panose="02010600030101010101" pitchFamily="2" charset="-122"/>
                <a:ea typeface="宋体" panose="02010600030101010101" pitchFamily="2" charset="-122"/>
                <a:sym typeface="宋体" panose="02010600030101010101" pitchFamily="2" charset="-122"/>
              </a:rPr>
              <a:t>大上海回到人民手中</a:t>
            </a:r>
          </a:p>
          <a:p>
            <a:pPr>
              <a:buFont typeface="Arial" panose="020B0604020202020204" pitchFamily="34" charset="0"/>
            </a:pPr>
            <a:endParaRPr lang="zh-CN" altLang="en-US" sz="3200" b="1" dirty="0">
              <a:solidFill>
                <a:schemeClr val="bg1"/>
              </a:solidFill>
              <a:latin typeface="宋体" panose="02010600030101010101" pitchFamily="2" charset="-122"/>
              <a:ea typeface="宋体" panose="02010600030101010101" pitchFamily="2" charset="-122"/>
              <a:sym typeface="宋体" panose="02010600030101010101" pitchFamily="2" charset="-122"/>
            </a:endParaRPr>
          </a:p>
          <a:p>
            <a:pPr>
              <a:buFont typeface="Arial" panose="020B0604020202020204" pitchFamily="34" charset="0"/>
            </a:pPr>
            <a:endParaRPr lang="zh-CN" altLang="en-US" sz="3200" b="1" dirty="0">
              <a:solidFill>
                <a:schemeClr val="bg1"/>
              </a:solidFill>
              <a:latin typeface="宋体" panose="02010600030101010101" pitchFamily="2" charset="-122"/>
              <a:ea typeface="宋体" panose="02010600030101010101" pitchFamily="2" charset="-122"/>
              <a:sym typeface="宋体" panose="02010600030101010101" pitchFamily="2" charset="-122"/>
            </a:endParaRPr>
          </a:p>
          <a:p>
            <a:pPr>
              <a:buFont typeface="Arial" panose="020B0604020202020204" pitchFamily="34" charset="0"/>
            </a:pPr>
            <a:r>
              <a:rPr lang="zh-CN" altLang="en-US" sz="2800" b="1" dirty="0">
                <a:solidFill>
                  <a:schemeClr val="bg1"/>
                </a:solidFill>
                <a:latin typeface="宋体" panose="02010600030101010101" pitchFamily="2" charset="-122"/>
                <a:ea typeface="宋体" panose="02010600030101010101" pitchFamily="2" charset="-122"/>
                <a:sym typeface="宋体" panose="02010600030101010101" pitchFamily="2" charset="-122"/>
              </a:rPr>
              <a:t>（一）</a:t>
            </a:r>
            <a:r>
              <a:rPr lang="zh-CN" altLang="en-US" sz="2800" b="1" dirty="0">
                <a:solidFill>
                  <a:schemeClr val="bg1"/>
                </a:solidFill>
                <a:latin typeface="Calibri" panose="020F0502020204030204" pitchFamily="34" charset="0"/>
                <a:ea typeface="宋体" panose="02010600030101010101" pitchFamily="2" charset="-122"/>
                <a:sym typeface="宋体" panose="02010600030101010101" pitchFamily="2" charset="-122"/>
              </a:rPr>
              <a:t>新华社社论《祝上海解放》</a:t>
            </a:r>
          </a:p>
          <a:p>
            <a:pPr>
              <a:buFont typeface="Arial" panose="020B0604020202020204" pitchFamily="34" charset="0"/>
            </a:pPr>
            <a:endParaRPr lang="zh-CN" altLang="en-US" sz="2800" b="1" dirty="0">
              <a:solidFill>
                <a:schemeClr val="bg1"/>
              </a:solidFill>
              <a:latin typeface="Calibri" panose="020F0502020204030204" pitchFamily="34" charset="0"/>
              <a:ea typeface="宋体" panose="02010600030101010101" pitchFamily="2" charset="-122"/>
              <a:sym typeface="宋体" panose="02010600030101010101" pitchFamily="2" charset="-122"/>
            </a:endParaRPr>
          </a:p>
          <a:p>
            <a:pPr>
              <a:buFont typeface="Arial" panose="020B0604020202020204" pitchFamily="34" charset="0"/>
            </a:pPr>
            <a:r>
              <a:rPr lang="zh-CN" altLang="en-US" sz="2800" b="1" dirty="0">
                <a:solidFill>
                  <a:schemeClr val="bg1"/>
                </a:solidFill>
                <a:latin typeface="Calibri" panose="020F0502020204030204" pitchFamily="34" charset="0"/>
                <a:ea typeface="宋体" panose="02010600030101010101" pitchFamily="2" charset="-122"/>
                <a:sym typeface="宋体" panose="02010600030101010101" pitchFamily="2" charset="-122"/>
              </a:rPr>
              <a:t>（二）大上海在新中国的地位和作用</a:t>
            </a:r>
          </a:p>
          <a:p>
            <a:pPr>
              <a:buFont typeface="Arial" panose="020B0604020202020204" pitchFamily="34" charset="0"/>
            </a:pPr>
            <a:endParaRPr lang="zh-CN" altLang="en-US" sz="2800" b="1" dirty="0">
              <a:solidFill>
                <a:schemeClr val="bg1"/>
              </a:solidFill>
              <a:latin typeface="Calibri" panose="020F0502020204030204" pitchFamily="34" charset="0"/>
              <a:ea typeface="宋体" panose="02010600030101010101" pitchFamily="2" charset="-122"/>
              <a:sym typeface="宋体" panose="02010600030101010101" pitchFamily="2" charset="-122"/>
            </a:endParaRPr>
          </a:p>
          <a:p>
            <a:pPr>
              <a:buFont typeface="Arial" panose="020B0604020202020204" pitchFamily="34" charset="0"/>
            </a:pPr>
            <a:r>
              <a:rPr lang="zh-CN" altLang="en-US" sz="2800" b="1" dirty="0">
                <a:solidFill>
                  <a:schemeClr val="bg1"/>
                </a:solidFill>
                <a:latin typeface="Calibri" panose="020F0502020204030204" pitchFamily="34" charset="0"/>
                <a:ea typeface="宋体" panose="02010600030101010101" pitchFamily="2" charset="-122"/>
                <a:sym typeface="宋体" panose="02010600030101010101" pitchFamily="2" charset="-122"/>
              </a:rPr>
              <a:t>（三）</a:t>
            </a:r>
            <a:r>
              <a:rPr lang="zh-CN" altLang="en-US" sz="2800" b="1" dirty="0">
                <a:solidFill>
                  <a:schemeClr val="bg1"/>
                </a:solidFill>
                <a:sym typeface="Arial" panose="020B0604020202020204" pitchFamily="34" charset="0"/>
              </a:rPr>
              <a:t>结语：上海是中国共产党红色圣地</a:t>
            </a:r>
            <a:endParaRPr lang="zh-CN" altLang="en-US" sz="2800" b="1" dirty="0">
              <a:solidFill>
                <a:schemeClr val="bg1"/>
              </a:solidFill>
              <a:latin typeface="Calibri" panose="020F0502020204030204" pitchFamily="34" charset="0"/>
              <a:ea typeface="宋体" panose="02010600030101010101" pitchFamily="2" charset="-122"/>
              <a:sym typeface="宋体" panose="02010600030101010101" pitchFamily="2" charset="-122"/>
            </a:endParaRPr>
          </a:p>
          <a:p>
            <a:pPr>
              <a:buFont typeface="Arial" panose="020B0604020202020204" pitchFamily="34" charset="0"/>
            </a:pPr>
            <a:endParaRPr lang="zh-CN" altLang="en-US" sz="3200" b="1" dirty="0">
              <a:solidFill>
                <a:schemeClr val="bg1"/>
              </a:solidFill>
              <a:latin typeface="宋体" panose="02010600030101010101" pitchFamily="2" charset="-122"/>
              <a:ea typeface="宋体" panose="02010600030101010101" pitchFamily="2" charset="-122"/>
              <a:sym typeface="宋体" panose="02010600030101010101" pitchFamily="2" charset="-122"/>
            </a:endParaRPr>
          </a:p>
          <a:p>
            <a:pPr>
              <a:buFont typeface="Arial" panose="020B0604020202020204" pitchFamily="34" charset="0"/>
            </a:pPr>
            <a:endParaRPr lang="zh-CN" altLang="en-US" sz="2400" b="1" dirty="0">
              <a:solidFill>
                <a:schemeClr val="bg1"/>
              </a:solidFill>
              <a:latin typeface="宋体" panose="02010600030101010101" pitchFamily="2" charset="-122"/>
              <a:ea typeface="宋体" panose="02010600030101010101" pitchFamily="2" charset="-122"/>
              <a:sym typeface="宋体" panose="02010600030101010101" pitchFamily="2" charset="-122"/>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2" descr="D:\南亩\毛泽东旧居甲秀里\毛泽东旧居ppt模板\ppt底图水印a 空白.jpg"/>
          <p:cNvPicPr>
            <a:picLocks noChangeAspect="1" noChangeArrowheads="1"/>
          </p:cNvPicPr>
          <p:nvPr/>
        </p:nvPicPr>
        <p:blipFill>
          <a:blip r:embed="rId5" cstate="print"/>
          <a:srcRect/>
          <a:stretch>
            <a:fillRect/>
          </a:stretch>
        </p:blipFill>
        <p:spPr bwMode="auto">
          <a:xfrm>
            <a:off x="35560" y="857251"/>
            <a:ext cx="9144000" cy="5140643"/>
          </a:xfrm>
          <a:prstGeom prst="rect">
            <a:avLst/>
          </a:prstGeom>
          <a:noFill/>
        </p:spPr>
      </p:pic>
      <p:sp>
        <p:nvSpPr>
          <p:cNvPr id="19" name="页脚占位符 5"/>
          <p:cNvSpPr>
            <a:spLocks noGrp="1"/>
          </p:cNvSpPr>
          <p:nvPr>
            <p:ph type="ftr" sz="quarter" idx="11"/>
          </p:nvPr>
        </p:nvSpPr>
        <p:spPr/>
        <p:txBody>
          <a:bodyPr/>
          <a:lstStyle/>
          <a:p>
            <a:r>
              <a:rPr lang="zh-CN" altLang="en-US" sz="900" dirty="0" smtClean="0">
                <a:latin typeface="方正清刻本悦宋简体" pitchFamily="2" charset="-122"/>
                <a:ea typeface="方正清刻本悦宋简体" pitchFamily="2" charset="-122"/>
              </a:rPr>
              <a:t>上海刘长胜故居</a:t>
            </a:r>
            <a:endParaRPr lang="zh-CN" altLang="en-US" sz="900" dirty="0">
              <a:latin typeface="方正清刻本悦宋简体" pitchFamily="2" charset="-122"/>
              <a:ea typeface="方正清刻本悦宋简体" pitchFamily="2" charset="-122"/>
            </a:endParaRPr>
          </a:p>
        </p:txBody>
      </p:sp>
      <p:sp>
        <p:nvSpPr>
          <p:cNvPr id="5" name="灯片编号占位符 4"/>
          <p:cNvSpPr>
            <a:spLocks noGrp="1"/>
          </p:cNvSpPr>
          <p:nvPr>
            <p:ph type="sldNum" sz="quarter" idx="12"/>
          </p:nvPr>
        </p:nvSpPr>
        <p:spPr/>
        <p:txBody>
          <a:bodyPr/>
          <a:lstStyle/>
          <a:p>
            <a:fld id="{0C913308-F349-4B6D-A68A-DD1791B4A57B}" type="slidenum">
              <a:rPr lang="zh-CN" altLang="en-US" sz="900" smtClean="0"/>
              <a:t>23</a:t>
            </a:fld>
            <a:endParaRPr lang="zh-CN" altLang="en-US" sz="900"/>
          </a:p>
        </p:txBody>
      </p:sp>
      <p:sp>
        <p:nvSpPr>
          <p:cNvPr id="10" name="矩形 9"/>
          <p:cNvSpPr/>
          <p:nvPr/>
        </p:nvSpPr>
        <p:spPr>
          <a:xfrm>
            <a:off x="0" y="4789952"/>
            <a:ext cx="9144000" cy="259229"/>
          </a:xfrm>
          <a:prstGeom prst="rect">
            <a:avLst/>
          </a:prstGeom>
          <a:solidFill>
            <a:schemeClr val="accent1">
              <a:lumMod val="50000"/>
            </a:schemeClr>
          </a:solidFill>
          <a:ln>
            <a:noFill/>
          </a:ln>
          <a:effectLst>
            <a:outerShdw blurRad="50800" dist="38100" dir="8100000" algn="tr" rotWithShape="0">
              <a:prstClr val="black">
                <a:alpha val="40000"/>
              </a:prstClr>
            </a:outerShdw>
          </a:effectLst>
        </p:spPr>
        <p:style>
          <a:lnRef idx="2">
            <a:schemeClr val="dk1">
              <a:shade val="50000"/>
            </a:schemeClr>
          </a:lnRef>
          <a:fillRef idx="1">
            <a:schemeClr val="dk1"/>
          </a:fillRef>
          <a:effectRef idx="0">
            <a:schemeClr val="dk1"/>
          </a:effectRef>
          <a:fontRef idx="minor">
            <a:schemeClr val="lt1"/>
          </a:fontRef>
        </p:style>
        <p:txBody>
          <a:bodyPr lIns="87919" tIns="43959" rIns="87919" bIns="43959" rtlCol="0" anchor="ctr"/>
          <a:lstStyle/>
          <a:p>
            <a:pPr algn="ctr"/>
            <a:endParaRPr lang="zh-CN" altLang="en-US" sz="100"/>
          </a:p>
        </p:txBody>
      </p:sp>
      <p:sp>
        <p:nvSpPr>
          <p:cNvPr id="11" name="矩形 10"/>
          <p:cNvSpPr/>
          <p:nvPr/>
        </p:nvSpPr>
        <p:spPr>
          <a:xfrm>
            <a:off x="8820472" y="4789952"/>
            <a:ext cx="323528" cy="259229"/>
          </a:xfrm>
          <a:prstGeom prst="rect">
            <a:avLst/>
          </a:prstGeom>
          <a:solidFill>
            <a:srgbClr val="C00000"/>
          </a:solidFill>
          <a:ln>
            <a:noFill/>
          </a:ln>
          <a:effectLst>
            <a:outerShdw blurRad="50800" dist="38100" dir="8100000" algn="tr" rotWithShape="0">
              <a:prstClr val="black">
                <a:alpha val="40000"/>
              </a:prstClr>
            </a:outerShdw>
          </a:effectLst>
        </p:spPr>
        <p:style>
          <a:lnRef idx="2">
            <a:schemeClr val="dk1">
              <a:shade val="50000"/>
            </a:schemeClr>
          </a:lnRef>
          <a:fillRef idx="1">
            <a:schemeClr val="dk1"/>
          </a:fillRef>
          <a:effectRef idx="0">
            <a:schemeClr val="dk1"/>
          </a:effectRef>
          <a:fontRef idx="minor">
            <a:schemeClr val="lt1"/>
          </a:fontRef>
        </p:style>
        <p:txBody>
          <a:bodyPr lIns="87919" tIns="43959" rIns="87919" bIns="43959" rtlCol="0" anchor="ctr"/>
          <a:lstStyle/>
          <a:p>
            <a:pPr algn="ctr"/>
            <a:endParaRPr lang="zh-CN" altLang="en-US" sz="100" dirty="0">
              <a:solidFill>
                <a:srgbClr val="C00000"/>
              </a:solidFill>
            </a:endParaRPr>
          </a:p>
        </p:txBody>
      </p:sp>
      <p:cxnSp>
        <p:nvCxnSpPr>
          <p:cNvPr id="20" name="直接连接符 19"/>
          <p:cNvCxnSpPr/>
          <p:nvPr/>
        </p:nvCxnSpPr>
        <p:spPr>
          <a:xfrm>
            <a:off x="3779912" y="5632445"/>
            <a:ext cx="1584176" cy="0"/>
          </a:xfrm>
          <a:prstGeom prst="line">
            <a:avLst/>
          </a:prstGeom>
          <a:ln>
            <a:solidFill>
              <a:srgbClr val="C00000"/>
            </a:solidFill>
          </a:ln>
        </p:spPr>
        <p:style>
          <a:lnRef idx="1">
            <a:schemeClr val="accent1"/>
          </a:lnRef>
          <a:fillRef idx="0">
            <a:schemeClr val="accent1"/>
          </a:fillRef>
          <a:effectRef idx="0">
            <a:schemeClr val="accent1"/>
          </a:effectRef>
          <a:fontRef idx="minor">
            <a:schemeClr val="tx1"/>
          </a:fontRef>
        </p:style>
      </p:cxnSp>
      <p:pic>
        <p:nvPicPr>
          <p:cNvPr id="21" name="Picture 3" descr="D:\南亩\刘长胜故居\配图\微信图片_20190521150340 b.jpg"/>
          <p:cNvPicPr>
            <a:picLocks noChangeAspect="1" noChangeArrowheads="1"/>
          </p:cNvPicPr>
          <p:nvPr/>
        </p:nvPicPr>
        <p:blipFill>
          <a:blip r:embed="rId6" cstate="print"/>
          <a:srcRect b="22120"/>
          <a:stretch>
            <a:fillRect/>
          </a:stretch>
        </p:blipFill>
        <p:spPr bwMode="auto">
          <a:xfrm>
            <a:off x="4107941" y="5143151"/>
            <a:ext cx="939118" cy="487267"/>
          </a:xfrm>
          <a:prstGeom prst="rect">
            <a:avLst/>
          </a:prstGeom>
          <a:noFill/>
        </p:spPr>
      </p:pic>
      <p:pic>
        <p:nvPicPr>
          <p:cNvPr id="4" name="中国广播艺术团合唱团 - 解放区的天 (原版伴奏)">
            <a:hlinkClick r:id="" action="ppaction://media"/>
          </p:cNvPr>
          <p:cNvPicPr/>
          <p:nvPr>
            <a:audioFile r:link="rId2"/>
            <p:extLst>
              <p:ext uri="{DAA4B4D4-6D71-4841-9C94-3DE7FCFB9230}">
                <p14:media xmlns:p14="http://schemas.microsoft.com/office/powerpoint/2010/main" r:embed="rId1"/>
              </p:ext>
            </p:extLst>
          </p:nvPr>
        </p:nvPicPr>
        <p:blipFill>
          <a:blip r:embed="rId7"/>
          <a:stretch>
            <a:fillRect/>
          </a:stretch>
        </p:blipFill>
        <p:spPr>
          <a:xfrm>
            <a:off x="6947535" y="6695123"/>
            <a:ext cx="464344" cy="464344"/>
          </a:xfrm>
          <a:prstGeom prst="rect">
            <a:avLst/>
          </a:prstGeom>
        </p:spPr>
      </p:pic>
      <p:sp>
        <p:nvSpPr>
          <p:cNvPr id="2" name="文本框 1"/>
          <p:cNvSpPr txBox="1"/>
          <p:nvPr/>
        </p:nvSpPr>
        <p:spPr>
          <a:xfrm>
            <a:off x="403225" y="918210"/>
            <a:ext cx="8460740" cy="3889375"/>
          </a:xfrm>
          <a:prstGeom prst="rect">
            <a:avLst/>
          </a:prstGeom>
        </p:spPr>
        <p:txBody>
          <a:bodyPr wrap="square">
            <a:noAutofit/>
          </a:bodyPr>
          <a:lstStyle/>
          <a:p>
            <a:pPr marL="0" indent="0" algn="just">
              <a:lnSpc>
                <a:spcPct val="130000"/>
              </a:lnSpc>
              <a:spcBef>
                <a:spcPts val="0"/>
              </a:spcBef>
              <a:spcAft>
                <a:spcPts val="0"/>
              </a:spcAft>
            </a:pPr>
            <a:r>
              <a:rPr lang="en-US" altLang="zh-CN" sz="2400" b="0" i="0" dirty="0" smtClean="0">
                <a:solidFill>
                  <a:srgbClr val="C00000"/>
                </a:solidFill>
                <a:latin typeface="微软雅黑" panose="020B0503020204020204" pitchFamily="34" charset="-122"/>
                <a:ea typeface="微软雅黑" panose="020B0503020204020204" pitchFamily="34" charset="-122"/>
              </a:rPr>
              <a:t>      </a:t>
            </a:r>
            <a:r>
              <a:rPr lang="zh-CN" altLang="en-US" sz="2400" b="0" i="0" dirty="0" smtClean="0">
                <a:solidFill>
                  <a:srgbClr val="C00000"/>
                </a:solidFill>
                <a:latin typeface="微软雅黑" panose="020B0503020204020204" pitchFamily="34" charset="-122"/>
                <a:ea typeface="微软雅黑" panose="020B0503020204020204" pitchFamily="34" charset="-122"/>
              </a:rPr>
              <a:t>上海的解放，引起了全中国人民和全世界进步人类的欢呼。5月29日，毛泽东拿到新送来的新华社社论文稿，从头至尾仔细审阅修改，当天发出。</a:t>
            </a:r>
            <a:r>
              <a:rPr lang="en-US" altLang="zh-CN" sz="2400" b="0" i="0" dirty="0" smtClean="0">
                <a:solidFill>
                  <a:schemeClr val="tx1"/>
                </a:solidFill>
                <a:latin typeface="微软雅黑" panose="020B0503020204020204" pitchFamily="34" charset="-122"/>
                <a:ea typeface="微软雅黑" panose="020B0503020204020204" pitchFamily="34" charset="-122"/>
              </a:rPr>
              <a:t>30</a:t>
            </a:r>
            <a:r>
              <a:rPr lang="zh-CN" altLang="en-US" sz="2400" b="0" i="0" dirty="0" smtClean="0">
                <a:solidFill>
                  <a:schemeClr val="tx1"/>
                </a:solidFill>
                <a:latin typeface="微软雅黑" panose="020B0503020204020204" pitchFamily="34" charset="-122"/>
                <a:ea typeface="微软雅黑" panose="020B0503020204020204" pitchFamily="34" charset="-122"/>
              </a:rPr>
              <a:t>日，题为《祝上海解放》的新华社社论在《人民日报》刊载</a:t>
            </a:r>
            <a:r>
              <a:rPr lang="zh-CN" altLang="en-US" sz="2400" b="0" i="0" dirty="0" smtClean="0">
                <a:solidFill>
                  <a:srgbClr val="C00000"/>
                </a:solidFill>
                <a:latin typeface="微软雅黑" panose="020B0503020204020204" pitchFamily="34" charset="-122"/>
                <a:ea typeface="微软雅黑" panose="020B0503020204020204" pitchFamily="34" charset="-122"/>
              </a:rPr>
              <a:t>，</a:t>
            </a:r>
            <a:r>
              <a:rPr lang="zh-CN" altLang="en-US" sz="2400" b="0" i="0" dirty="0" smtClean="0">
                <a:solidFill>
                  <a:schemeClr val="tx1"/>
                </a:solidFill>
                <a:latin typeface="微软雅黑" panose="020B0503020204020204" pitchFamily="34" charset="-122"/>
                <a:ea typeface="微软雅黑" panose="020B0503020204020204" pitchFamily="34" charset="-122"/>
              </a:rPr>
              <a:t>5月31日在上海《解放日报》头版转发</a:t>
            </a:r>
            <a:r>
              <a:rPr lang="zh-CN" altLang="en-US" sz="2400" b="0" i="0" dirty="0" smtClean="0">
                <a:solidFill>
                  <a:srgbClr val="C00000"/>
                </a:solidFill>
                <a:latin typeface="微软雅黑" panose="020B0503020204020204" pitchFamily="34" charset="-122"/>
                <a:ea typeface="微软雅黑" panose="020B0503020204020204" pitchFamily="34" charset="-122"/>
              </a:rPr>
              <a:t>，后收入《毛泽东新闻工作文选》的“改稿”篇目（新华出版社1983年版）。值此上海解放7</a:t>
            </a:r>
            <a:r>
              <a:rPr lang="en-US" altLang="zh-CN" sz="2400" b="0" i="0" dirty="0" smtClean="0">
                <a:solidFill>
                  <a:srgbClr val="C00000"/>
                </a:solidFill>
                <a:latin typeface="微软雅黑" panose="020B0503020204020204" pitchFamily="34" charset="-122"/>
                <a:ea typeface="微软雅黑" panose="020B0503020204020204" pitchFamily="34" charset="-122"/>
              </a:rPr>
              <a:t>6</a:t>
            </a:r>
            <a:r>
              <a:rPr lang="zh-CN" altLang="en-US" sz="2400" b="0" i="0" dirty="0" smtClean="0">
                <a:solidFill>
                  <a:srgbClr val="C00000"/>
                </a:solidFill>
                <a:latin typeface="微软雅黑" panose="020B0503020204020204" pitchFamily="34" charset="-122"/>
                <a:ea typeface="微软雅黑" panose="020B0503020204020204" pitchFamily="34" charset="-122"/>
              </a:rPr>
              <a:t>周年之际，细读毛泽东这篇审改稿的复制件，参考相关革命文献，对于当年上海解放的历史意义当有更深刻感悟。</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additive="base">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16000" numSld="5">
                <p:cTn id="7" repeatCount="indefinite" fill="hold" display="1">
                  <p:stCondLst>
                    <p:cond delay="indefinite"/>
                  </p:stCondLst>
                  <p:endCondLst>
                    <p:cond evt="onNext" delay="0">
                      <p:tgtEl>
                        <p:sldTgt/>
                      </p:tgtEl>
                    </p:cond>
                    <p:cond evt="onPrev" delay="0">
                      <p:tgtEl>
                        <p:sldTgt/>
                      </p:tgtEl>
                    </p:cond>
                    <p:cond evt="onStopAudio" delay="0">
                      <p:tgtEl>
                        <p:sldTgt/>
                      </p:tgtEl>
                    </p:cond>
                  </p:endCondLst>
                </p:cTn>
                <p:tgtEl>
                  <p:spTgt spid="4"/>
                </p:tgtEl>
              </p:cMediaNode>
            </p:audio>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2" descr="D:\南亩\毛泽东旧居甲秀里\毛泽东旧居ppt模板\ppt底图水印a 空白.jpg"/>
          <p:cNvPicPr>
            <a:picLocks noChangeAspect="1" noChangeArrowheads="1"/>
          </p:cNvPicPr>
          <p:nvPr/>
        </p:nvPicPr>
        <p:blipFill>
          <a:blip r:embed="rId5" cstate="print"/>
          <a:srcRect/>
          <a:stretch>
            <a:fillRect/>
          </a:stretch>
        </p:blipFill>
        <p:spPr bwMode="auto">
          <a:xfrm>
            <a:off x="0" y="857251"/>
            <a:ext cx="9144000" cy="5140643"/>
          </a:xfrm>
          <a:prstGeom prst="rect">
            <a:avLst/>
          </a:prstGeom>
          <a:noFill/>
        </p:spPr>
      </p:pic>
      <p:sp>
        <p:nvSpPr>
          <p:cNvPr id="19" name="页脚占位符 5"/>
          <p:cNvSpPr>
            <a:spLocks noGrp="1"/>
          </p:cNvSpPr>
          <p:nvPr>
            <p:ph type="ftr" sz="quarter" idx="11"/>
          </p:nvPr>
        </p:nvSpPr>
        <p:spPr/>
        <p:txBody>
          <a:bodyPr/>
          <a:lstStyle/>
          <a:p>
            <a:r>
              <a:rPr lang="zh-CN" altLang="en-US" sz="900" dirty="0" smtClean="0">
                <a:latin typeface="方正清刻本悦宋简体" pitchFamily="2" charset="-122"/>
                <a:ea typeface="方正清刻本悦宋简体" pitchFamily="2" charset="-122"/>
              </a:rPr>
              <a:t>上海刘长胜故居</a:t>
            </a:r>
            <a:endParaRPr lang="zh-CN" altLang="en-US" sz="900" dirty="0">
              <a:latin typeface="方正清刻本悦宋简体" pitchFamily="2" charset="-122"/>
              <a:ea typeface="方正清刻本悦宋简体" pitchFamily="2" charset="-122"/>
            </a:endParaRPr>
          </a:p>
        </p:txBody>
      </p:sp>
      <p:sp>
        <p:nvSpPr>
          <p:cNvPr id="5" name="灯片编号占位符 4"/>
          <p:cNvSpPr>
            <a:spLocks noGrp="1"/>
          </p:cNvSpPr>
          <p:nvPr>
            <p:ph type="sldNum" sz="quarter" idx="12"/>
          </p:nvPr>
        </p:nvSpPr>
        <p:spPr/>
        <p:txBody>
          <a:bodyPr/>
          <a:lstStyle/>
          <a:p>
            <a:fld id="{0C913308-F349-4B6D-A68A-DD1791B4A57B}" type="slidenum">
              <a:rPr lang="zh-CN" altLang="en-US" sz="900" smtClean="0"/>
              <a:t>24</a:t>
            </a:fld>
            <a:endParaRPr lang="zh-CN" altLang="en-US" sz="900"/>
          </a:p>
        </p:txBody>
      </p:sp>
      <p:sp>
        <p:nvSpPr>
          <p:cNvPr id="10" name="矩形 9"/>
          <p:cNvSpPr/>
          <p:nvPr/>
        </p:nvSpPr>
        <p:spPr>
          <a:xfrm>
            <a:off x="0" y="4789952"/>
            <a:ext cx="9144000" cy="259229"/>
          </a:xfrm>
          <a:prstGeom prst="rect">
            <a:avLst/>
          </a:prstGeom>
          <a:solidFill>
            <a:schemeClr val="accent1">
              <a:lumMod val="50000"/>
            </a:schemeClr>
          </a:solidFill>
          <a:ln>
            <a:noFill/>
          </a:ln>
          <a:effectLst>
            <a:outerShdw blurRad="50800" dist="38100" dir="8100000" algn="tr" rotWithShape="0">
              <a:prstClr val="black">
                <a:alpha val="40000"/>
              </a:prstClr>
            </a:outerShdw>
          </a:effectLst>
        </p:spPr>
        <p:style>
          <a:lnRef idx="2">
            <a:schemeClr val="dk1">
              <a:shade val="50000"/>
            </a:schemeClr>
          </a:lnRef>
          <a:fillRef idx="1">
            <a:schemeClr val="dk1"/>
          </a:fillRef>
          <a:effectRef idx="0">
            <a:schemeClr val="dk1"/>
          </a:effectRef>
          <a:fontRef idx="minor">
            <a:schemeClr val="lt1"/>
          </a:fontRef>
        </p:style>
        <p:txBody>
          <a:bodyPr lIns="87919" tIns="43959" rIns="87919" bIns="43959" rtlCol="0" anchor="ctr"/>
          <a:lstStyle/>
          <a:p>
            <a:pPr algn="ctr"/>
            <a:endParaRPr lang="zh-CN" altLang="en-US" sz="100"/>
          </a:p>
        </p:txBody>
      </p:sp>
      <p:sp>
        <p:nvSpPr>
          <p:cNvPr id="11" name="矩形 10"/>
          <p:cNvSpPr/>
          <p:nvPr/>
        </p:nvSpPr>
        <p:spPr>
          <a:xfrm>
            <a:off x="8820472" y="4789952"/>
            <a:ext cx="323528" cy="259229"/>
          </a:xfrm>
          <a:prstGeom prst="rect">
            <a:avLst/>
          </a:prstGeom>
          <a:solidFill>
            <a:srgbClr val="C00000"/>
          </a:solidFill>
          <a:ln>
            <a:noFill/>
          </a:ln>
          <a:effectLst>
            <a:outerShdw blurRad="50800" dist="38100" dir="8100000" algn="tr" rotWithShape="0">
              <a:prstClr val="black">
                <a:alpha val="40000"/>
              </a:prstClr>
            </a:outerShdw>
          </a:effectLst>
        </p:spPr>
        <p:style>
          <a:lnRef idx="2">
            <a:schemeClr val="dk1">
              <a:shade val="50000"/>
            </a:schemeClr>
          </a:lnRef>
          <a:fillRef idx="1">
            <a:schemeClr val="dk1"/>
          </a:fillRef>
          <a:effectRef idx="0">
            <a:schemeClr val="dk1"/>
          </a:effectRef>
          <a:fontRef idx="minor">
            <a:schemeClr val="lt1"/>
          </a:fontRef>
        </p:style>
        <p:txBody>
          <a:bodyPr lIns="87919" tIns="43959" rIns="87919" bIns="43959" rtlCol="0" anchor="ctr"/>
          <a:lstStyle/>
          <a:p>
            <a:pPr algn="ctr"/>
            <a:endParaRPr lang="zh-CN" altLang="en-US" sz="100" dirty="0">
              <a:solidFill>
                <a:srgbClr val="C00000"/>
              </a:solidFill>
            </a:endParaRPr>
          </a:p>
        </p:txBody>
      </p:sp>
      <p:cxnSp>
        <p:nvCxnSpPr>
          <p:cNvPr id="20" name="直接连接符 19"/>
          <p:cNvCxnSpPr/>
          <p:nvPr/>
        </p:nvCxnSpPr>
        <p:spPr>
          <a:xfrm>
            <a:off x="3779912" y="5632445"/>
            <a:ext cx="1584176" cy="0"/>
          </a:xfrm>
          <a:prstGeom prst="line">
            <a:avLst/>
          </a:prstGeom>
          <a:ln>
            <a:solidFill>
              <a:srgbClr val="C00000"/>
            </a:solidFill>
          </a:ln>
        </p:spPr>
        <p:style>
          <a:lnRef idx="1">
            <a:schemeClr val="accent1"/>
          </a:lnRef>
          <a:fillRef idx="0">
            <a:schemeClr val="accent1"/>
          </a:fillRef>
          <a:effectRef idx="0">
            <a:schemeClr val="accent1"/>
          </a:effectRef>
          <a:fontRef idx="minor">
            <a:schemeClr val="tx1"/>
          </a:fontRef>
        </p:style>
      </p:cxnSp>
      <p:pic>
        <p:nvPicPr>
          <p:cNvPr id="21" name="Picture 3" descr="D:\南亩\刘长胜故居\配图\微信图片_20190521150340 b.jpg"/>
          <p:cNvPicPr>
            <a:picLocks noChangeAspect="1" noChangeArrowheads="1"/>
          </p:cNvPicPr>
          <p:nvPr/>
        </p:nvPicPr>
        <p:blipFill>
          <a:blip r:embed="rId6" cstate="print"/>
          <a:srcRect b="22120"/>
          <a:stretch>
            <a:fillRect/>
          </a:stretch>
        </p:blipFill>
        <p:spPr bwMode="auto">
          <a:xfrm>
            <a:off x="4107941" y="5143151"/>
            <a:ext cx="939118" cy="487267"/>
          </a:xfrm>
          <a:prstGeom prst="rect">
            <a:avLst/>
          </a:prstGeom>
          <a:noFill/>
        </p:spPr>
      </p:pic>
      <p:sp>
        <p:nvSpPr>
          <p:cNvPr id="14" name="TextBox 13"/>
          <p:cNvSpPr txBox="1"/>
          <p:nvPr/>
        </p:nvSpPr>
        <p:spPr>
          <a:xfrm>
            <a:off x="1602105" y="1866265"/>
            <a:ext cx="5087620" cy="1198880"/>
          </a:xfrm>
          <a:prstGeom prst="rect">
            <a:avLst/>
          </a:prstGeom>
          <a:noFill/>
        </p:spPr>
        <p:txBody>
          <a:bodyPr wrap="square" rtlCol="0">
            <a:spAutoFit/>
          </a:bodyPr>
          <a:lstStyle/>
          <a:p>
            <a:pPr indent="457200" algn="just">
              <a:lnSpc>
                <a:spcPct val="150000"/>
              </a:lnSpc>
            </a:pPr>
            <a:r>
              <a:rPr lang="zh-CN" altLang="en-US" sz="2400" b="1" dirty="0" smtClean="0">
                <a:solidFill>
                  <a:srgbClr val="C00000"/>
                </a:solidFill>
                <a:latin typeface="方正宋刻本秀楷简体" pitchFamily="2" charset="-122"/>
                <a:ea typeface="方正宋刻本秀楷简体" pitchFamily="2" charset="-122"/>
              </a:rPr>
              <a:t>新华社社论（出自毛泽东手笔）</a:t>
            </a:r>
            <a:endParaRPr lang="en-US" altLang="zh-CN" sz="2400" b="1" dirty="0" smtClean="0">
              <a:solidFill>
                <a:srgbClr val="C00000"/>
              </a:solidFill>
              <a:latin typeface="方正宋刻本秀楷简体" pitchFamily="2" charset="-122"/>
              <a:ea typeface="方正宋刻本秀楷简体" pitchFamily="2" charset="-122"/>
            </a:endParaRPr>
          </a:p>
          <a:p>
            <a:pPr indent="457200" algn="just">
              <a:lnSpc>
                <a:spcPct val="150000"/>
              </a:lnSpc>
            </a:pPr>
            <a:r>
              <a:rPr lang="en-US" altLang="zh-CN" sz="2400" b="1" dirty="0" smtClean="0">
                <a:solidFill>
                  <a:srgbClr val="C00000"/>
                </a:solidFill>
                <a:latin typeface="方正宋刻本秀楷简体" pitchFamily="2" charset="-122"/>
                <a:ea typeface="方正宋刻本秀楷简体" pitchFamily="2" charset="-122"/>
              </a:rPr>
              <a:t>《</a:t>
            </a:r>
            <a:r>
              <a:rPr lang="zh-CN" altLang="en-US" sz="2400" b="1" dirty="0" smtClean="0">
                <a:solidFill>
                  <a:srgbClr val="C00000"/>
                </a:solidFill>
                <a:latin typeface="方正宋刻本秀楷简体" pitchFamily="2" charset="-122"/>
                <a:ea typeface="方正宋刻本秀楷简体" pitchFamily="2" charset="-122"/>
              </a:rPr>
              <a:t>祝上海解放</a:t>
            </a:r>
            <a:r>
              <a:rPr lang="en-US" altLang="zh-CN" sz="2400" b="1" dirty="0" smtClean="0">
                <a:solidFill>
                  <a:srgbClr val="C00000"/>
                </a:solidFill>
                <a:latin typeface="方正宋刻本秀楷简体" pitchFamily="2" charset="-122"/>
                <a:ea typeface="方正宋刻本秀楷简体" pitchFamily="2" charset="-122"/>
              </a:rPr>
              <a:t>》</a:t>
            </a:r>
            <a:endParaRPr lang="zh-CN" altLang="zh-CN" sz="2400" b="1" dirty="0" smtClean="0">
              <a:solidFill>
                <a:srgbClr val="C00000"/>
              </a:solidFill>
              <a:latin typeface="方正宋刻本秀楷简体" pitchFamily="2" charset="-122"/>
              <a:ea typeface="方正宋刻本秀楷简体" pitchFamily="2" charset="-122"/>
            </a:endParaRPr>
          </a:p>
        </p:txBody>
      </p:sp>
      <p:cxnSp>
        <p:nvCxnSpPr>
          <p:cNvPr id="15" name="直接连接符 14"/>
          <p:cNvCxnSpPr/>
          <p:nvPr/>
        </p:nvCxnSpPr>
        <p:spPr>
          <a:xfrm>
            <a:off x="3221772" y="2892363"/>
            <a:ext cx="2369004" cy="0"/>
          </a:xfrm>
          <a:prstGeom prst="line">
            <a:avLst/>
          </a:prstGeom>
          <a:ln>
            <a:solidFill>
              <a:srgbClr val="C00000"/>
            </a:solidFill>
          </a:ln>
        </p:spPr>
        <p:style>
          <a:lnRef idx="1">
            <a:schemeClr val="accent1"/>
          </a:lnRef>
          <a:fillRef idx="0">
            <a:schemeClr val="accent1"/>
          </a:fillRef>
          <a:effectRef idx="0">
            <a:schemeClr val="accent1"/>
          </a:effectRef>
          <a:fontRef idx="minor">
            <a:schemeClr val="tx1"/>
          </a:fontRef>
        </p:style>
      </p:cxnSp>
      <p:sp>
        <p:nvSpPr>
          <p:cNvPr id="16" name="矩形 15"/>
          <p:cNvSpPr/>
          <p:nvPr/>
        </p:nvSpPr>
        <p:spPr>
          <a:xfrm>
            <a:off x="1403132" y="2060652"/>
            <a:ext cx="143445" cy="864096"/>
          </a:xfrm>
          <a:prstGeom prst="rect">
            <a:avLst/>
          </a:prstGeom>
          <a:solidFill>
            <a:srgbClr val="C00000"/>
          </a:solidFill>
          <a:ln>
            <a:noFill/>
          </a:ln>
          <a:effectLst>
            <a:outerShdw blurRad="50800" dist="38100" dir="8100000" algn="tr" rotWithShape="0">
              <a:prstClr val="black">
                <a:alpha val="40000"/>
              </a:prstClr>
            </a:outerShdw>
          </a:effectLst>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sz="100" dirty="0">
              <a:solidFill>
                <a:srgbClr val="C00000"/>
              </a:solidFill>
            </a:endParaRPr>
          </a:p>
        </p:txBody>
      </p:sp>
      <p:pic>
        <p:nvPicPr>
          <p:cNvPr id="4" name="中国广播艺术团合唱团 - 解放区的天 (原版伴奏)">
            <a:hlinkClick r:id="" action="ppaction://media"/>
          </p:cNvPr>
          <p:cNvPicPr/>
          <p:nvPr>
            <a:audioFile r:link="rId2"/>
            <p:extLst>
              <p:ext uri="{DAA4B4D4-6D71-4841-9C94-3DE7FCFB9230}">
                <p14:media xmlns:p14="http://schemas.microsoft.com/office/powerpoint/2010/main" r:embed="rId1"/>
              </p:ext>
            </p:extLst>
          </p:nvPr>
        </p:nvPicPr>
        <p:blipFill>
          <a:blip r:embed="rId7"/>
          <a:stretch>
            <a:fillRect/>
          </a:stretch>
        </p:blipFill>
        <p:spPr>
          <a:xfrm>
            <a:off x="6947535" y="6695123"/>
            <a:ext cx="464344" cy="464344"/>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additive="base">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16000" numSld="5">
                <p:cTn id="7" repeatCount="indefinite" fill="hold" display="1">
                  <p:stCondLst>
                    <p:cond delay="indefinite"/>
                  </p:stCondLst>
                  <p:endCondLst>
                    <p:cond evt="onNext" delay="0">
                      <p:tgtEl>
                        <p:sldTgt/>
                      </p:tgtEl>
                    </p:cond>
                    <p:cond evt="onPrev" delay="0">
                      <p:tgtEl>
                        <p:sldTgt/>
                      </p:tgtEl>
                    </p:cond>
                    <p:cond evt="onStopAudio" delay="0">
                      <p:tgtEl>
                        <p:sldTgt/>
                      </p:tgtEl>
                    </p:cond>
                  </p:endCondLst>
                </p:cTn>
                <p:tgtEl>
                  <p:spTgt spid="4"/>
                </p:tgtEl>
              </p:cMediaNode>
            </p:audio>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2" descr="D:\南亩\毛泽东旧居甲秀里\毛泽东旧居ppt模板\ppt底图水印a 空白.jpg"/>
          <p:cNvPicPr>
            <a:picLocks noChangeAspect="1" noChangeArrowheads="1"/>
          </p:cNvPicPr>
          <p:nvPr/>
        </p:nvPicPr>
        <p:blipFill>
          <a:blip r:embed="rId3" cstate="print"/>
          <a:srcRect/>
          <a:stretch>
            <a:fillRect/>
          </a:stretch>
        </p:blipFill>
        <p:spPr bwMode="auto">
          <a:xfrm>
            <a:off x="0" y="857251"/>
            <a:ext cx="9144000" cy="5140643"/>
          </a:xfrm>
          <a:prstGeom prst="rect">
            <a:avLst/>
          </a:prstGeom>
          <a:noFill/>
        </p:spPr>
      </p:pic>
      <p:sp>
        <p:nvSpPr>
          <p:cNvPr id="19" name="页脚占位符 5"/>
          <p:cNvSpPr>
            <a:spLocks noGrp="1"/>
          </p:cNvSpPr>
          <p:nvPr>
            <p:ph type="ftr" sz="quarter" idx="11"/>
          </p:nvPr>
        </p:nvSpPr>
        <p:spPr/>
        <p:txBody>
          <a:bodyPr/>
          <a:lstStyle/>
          <a:p>
            <a:r>
              <a:rPr lang="zh-CN" altLang="en-US" sz="900" dirty="0" smtClean="0">
                <a:latin typeface="方正清刻本悦宋简体" pitchFamily="2" charset="-122"/>
                <a:ea typeface="方正清刻本悦宋简体" pitchFamily="2" charset="-122"/>
              </a:rPr>
              <a:t>上海刘长胜故居</a:t>
            </a:r>
            <a:endParaRPr lang="zh-CN" altLang="en-US" sz="900" dirty="0">
              <a:latin typeface="方正清刻本悦宋简体" pitchFamily="2" charset="-122"/>
              <a:ea typeface="方正清刻本悦宋简体" pitchFamily="2" charset="-122"/>
            </a:endParaRPr>
          </a:p>
        </p:txBody>
      </p:sp>
      <p:sp>
        <p:nvSpPr>
          <p:cNvPr id="5" name="灯片编号占位符 4"/>
          <p:cNvSpPr>
            <a:spLocks noGrp="1"/>
          </p:cNvSpPr>
          <p:nvPr>
            <p:ph type="sldNum" sz="quarter" idx="12"/>
          </p:nvPr>
        </p:nvSpPr>
        <p:spPr/>
        <p:txBody>
          <a:bodyPr/>
          <a:lstStyle/>
          <a:p>
            <a:fld id="{0C913308-F349-4B6D-A68A-DD1791B4A57B}" type="slidenum">
              <a:rPr lang="zh-CN" altLang="en-US" sz="900" smtClean="0"/>
              <a:t>25</a:t>
            </a:fld>
            <a:endParaRPr lang="zh-CN" altLang="en-US" sz="900"/>
          </a:p>
        </p:txBody>
      </p:sp>
      <p:sp>
        <p:nvSpPr>
          <p:cNvPr id="10" name="矩形 9"/>
          <p:cNvSpPr/>
          <p:nvPr/>
        </p:nvSpPr>
        <p:spPr>
          <a:xfrm>
            <a:off x="0" y="4789952"/>
            <a:ext cx="9144000" cy="259229"/>
          </a:xfrm>
          <a:prstGeom prst="rect">
            <a:avLst/>
          </a:prstGeom>
          <a:solidFill>
            <a:schemeClr val="accent1">
              <a:lumMod val="50000"/>
            </a:schemeClr>
          </a:solidFill>
          <a:ln>
            <a:noFill/>
          </a:ln>
          <a:effectLst>
            <a:outerShdw blurRad="50800" dist="38100" dir="8100000" algn="tr" rotWithShape="0">
              <a:prstClr val="black">
                <a:alpha val="40000"/>
              </a:prstClr>
            </a:outerShdw>
          </a:effectLst>
        </p:spPr>
        <p:style>
          <a:lnRef idx="2">
            <a:schemeClr val="dk1">
              <a:shade val="50000"/>
            </a:schemeClr>
          </a:lnRef>
          <a:fillRef idx="1">
            <a:schemeClr val="dk1"/>
          </a:fillRef>
          <a:effectRef idx="0">
            <a:schemeClr val="dk1"/>
          </a:effectRef>
          <a:fontRef idx="minor">
            <a:schemeClr val="lt1"/>
          </a:fontRef>
        </p:style>
        <p:txBody>
          <a:bodyPr lIns="87919" tIns="43959" rIns="87919" bIns="43959" rtlCol="0" anchor="ctr"/>
          <a:lstStyle/>
          <a:p>
            <a:pPr algn="ctr"/>
            <a:endParaRPr lang="zh-CN" altLang="en-US" sz="100"/>
          </a:p>
        </p:txBody>
      </p:sp>
      <p:sp>
        <p:nvSpPr>
          <p:cNvPr id="11" name="矩形 10"/>
          <p:cNvSpPr/>
          <p:nvPr/>
        </p:nvSpPr>
        <p:spPr>
          <a:xfrm>
            <a:off x="8820472" y="4789952"/>
            <a:ext cx="323528" cy="259229"/>
          </a:xfrm>
          <a:prstGeom prst="rect">
            <a:avLst/>
          </a:prstGeom>
          <a:solidFill>
            <a:srgbClr val="C00000"/>
          </a:solidFill>
          <a:ln>
            <a:noFill/>
          </a:ln>
          <a:effectLst>
            <a:outerShdw blurRad="50800" dist="38100" dir="8100000" algn="tr" rotWithShape="0">
              <a:prstClr val="black">
                <a:alpha val="40000"/>
              </a:prstClr>
            </a:outerShdw>
          </a:effectLst>
        </p:spPr>
        <p:style>
          <a:lnRef idx="2">
            <a:schemeClr val="dk1">
              <a:shade val="50000"/>
            </a:schemeClr>
          </a:lnRef>
          <a:fillRef idx="1">
            <a:schemeClr val="dk1"/>
          </a:fillRef>
          <a:effectRef idx="0">
            <a:schemeClr val="dk1"/>
          </a:effectRef>
          <a:fontRef idx="minor">
            <a:schemeClr val="lt1"/>
          </a:fontRef>
        </p:style>
        <p:txBody>
          <a:bodyPr lIns="87919" tIns="43959" rIns="87919" bIns="43959" rtlCol="0" anchor="ctr"/>
          <a:lstStyle/>
          <a:p>
            <a:pPr algn="ctr"/>
            <a:endParaRPr lang="zh-CN" altLang="en-US" sz="100" dirty="0">
              <a:solidFill>
                <a:srgbClr val="C00000"/>
              </a:solidFill>
            </a:endParaRPr>
          </a:p>
        </p:txBody>
      </p:sp>
      <p:cxnSp>
        <p:nvCxnSpPr>
          <p:cNvPr id="20" name="直接连接符 19"/>
          <p:cNvCxnSpPr/>
          <p:nvPr/>
        </p:nvCxnSpPr>
        <p:spPr>
          <a:xfrm>
            <a:off x="3779912" y="5632445"/>
            <a:ext cx="1584176" cy="0"/>
          </a:xfrm>
          <a:prstGeom prst="line">
            <a:avLst/>
          </a:prstGeom>
          <a:ln>
            <a:solidFill>
              <a:srgbClr val="C00000"/>
            </a:solidFill>
          </a:ln>
        </p:spPr>
        <p:style>
          <a:lnRef idx="1">
            <a:schemeClr val="accent1"/>
          </a:lnRef>
          <a:fillRef idx="0">
            <a:schemeClr val="accent1"/>
          </a:fillRef>
          <a:effectRef idx="0">
            <a:schemeClr val="accent1"/>
          </a:effectRef>
          <a:fontRef idx="minor">
            <a:schemeClr val="tx1"/>
          </a:fontRef>
        </p:style>
      </p:cxnSp>
      <p:pic>
        <p:nvPicPr>
          <p:cNvPr id="21" name="Picture 3" descr="D:\南亩\刘长胜故居\配图\微信图片_20190521150340 b.jpg"/>
          <p:cNvPicPr>
            <a:picLocks noChangeAspect="1" noChangeArrowheads="1"/>
          </p:cNvPicPr>
          <p:nvPr/>
        </p:nvPicPr>
        <p:blipFill>
          <a:blip r:embed="rId4" cstate="print"/>
          <a:srcRect b="22120"/>
          <a:stretch>
            <a:fillRect/>
          </a:stretch>
        </p:blipFill>
        <p:spPr bwMode="auto">
          <a:xfrm>
            <a:off x="4107941" y="5143151"/>
            <a:ext cx="939118" cy="487267"/>
          </a:xfrm>
          <a:prstGeom prst="rect">
            <a:avLst/>
          </a:prstGeom>
          <a:noFill/>
        </p:spPr>
      </p:pic>
      <p:sp>
        <p:nvSpPr>
          <p:cNvPr id="17" name="TextBox 16"/>
          <p:cNvSpPr txBox="1"/>
          <p:nvPr/>
        </p:nvSpPr>
        <p:spPr>
          <a:xfrm>
            <a:off x="323215" y="888365"/>
            <a:ext cx="8587740" cy="3965575"/>
          </a:xfrm>
          <a:prstGeom prst="rect">
            <a:avLst/>
          </a:prstGeom>
          <a:noFill/>
        </p:spPr>
        <p:txBody>
          <a:bodyPr wrap="square" lIns="87919" tIns="43959" rIns="87919" bIns="43959" rtlCol="0">
            <a:spAutoFit/>
          </a:bodyPr>
          <a:lstStyle/>
          <a:p>
            <a:pPr indent="461645" algn="just">
              <a:lnSpc>
                <a:spcPct val="150000"/>
              </a:lnSpc>
            </a:pPr>
            <a:r>
              <a:rPr lang="zh-CN" altLang="en-US" sz="2400" dirty="0" smtClean="0">
                <a:solidFill>
                  <a:srgbClr val="C00000"/>
                </a:solidFill>
                <a:latin typeface="微软雅黑" panose="020B0503020204020204" pitchFamily="34" charset="-122"/>
                <a:ea typeface="微软雅黑" panose="020B0503020204020204" pitchFamily="34" charset="-122"/>
              </a:rPr>
              <a:t>上海的解放，引起了全中国人民和全世界进步人类的欢呼。这是因为，第一，上海是中国的最大的经济中心，上海的解放表示中国人民无论在军事上、政治上和经济上都已经打倒了自己的敌人国民党反动派；第二，上海是帝国主义侵略中国的主要基地，上海的解放表示中国人民已经确立了民族独立的基础。这两种情况，使得上海的解放在中国人民解放事业中具有特殊的意义。</a:t>
            </a:r>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2" descr="D:\南亩\毛泽东旧居甲秀里\毛泽东旧居ppt模板\ppt底图水印a 空白.jpg"/>
          <p:cNvPicPr>
            <a:picLocks noChangeAspect="1" noChangeArrowheads="1"/>
          </p:cNvPicPr>
          <p:nvPr/>
        </p:nvPicPr>
        <p:blipFill>
          <a:blip r:embed="rId3" cstate="print"/>
          <a:srcRect/>
          <a:stretch>
            <a:fillRect/>
          </a:stretch>
        </p:blipFill>
        <p:spPr bwMode="auto">
          <a:xfrm>
            <a:off x="0" y="857251"/>
            <a:ext cx="9144000" cy="5140643"/>
          </a:xfrm>
          <a:prstGeom prst="rect">
            <a:avLst/>
          </a:prstGeom>
          <a:noFill/>
        </p:spPr>
      </p:pic>
      <p:sp>
        <p:nvSpPr>
          <p:cNvPr id="19" name="页脚占位符 5"/>
          <p:cNvSpPr>
            <a:spLocks noGrp="1"/>
          </p:cNvSpPr>
          <p:nvPr>
            <p:ph type="ftr" sz="quarter" idx="11"/>
          </p:nvPr>
        </p:nvSpPr>
        <p:spPr/>
        <p:txBody>
          <a:bodyPr/>
          <a:lstStyle/>
          <a:p>
            <a:r>
              <a:rPr lang="zh-CN" altLang="en-US" sz="900" dirty="0" smtClean="0">
                <a:latin typeface="方正清刻本悦宋简体" pitchFamily="2" charset="-122"/>
                <a:ea typeface="方正清刻本悦宋简体" pitchFamily="2" charset="-122"/>
              </a:rPr>
              <a:t>上海刘长胜故居</a:t>
            </a:r>
            <a:endParaRPr lang="zh-CN" altLang="en-US" sz="900" dirty="0">
              <a:latin typeface="方正清刻本悦宋简体" pitchFamily="2" charset="-122"/>
              <a:ea typeface="方正清刻本悦宋简体" pitchFamily="2" charset="-122"/>
            </a:endParaRPr>
          </a:p>
        </p:txBody>
      </p:sp>
      <p:sp>
        <p:nvSpPr>
          <p:cNvPr id="5" name="灯片编号占位符 4"/>
          <p:cNvSpPr>
            <a:spLocks noGrp="1"/>
          </p:cNvSpPr>
          <p:nvPr>
            <p:ph type="sldNum" sz="quarter" idx="12"/>
          </p:nvPr>
        </p:nvSpPr>
        <p:spPr/>
        <p:txBody>
          <a:bodyPr/>
          <a:lstStyle/>
          <a:p>
            <a:fld id="{0C913308-F349-4B6D-A68A-DD1791B4A57B}" type="slidenum">
              <a:rPr lang="zh-CN" altLang="en-US" sz="900" smtClean="0"/>
              <a:t>26</a:t>
            </a:fld>
            <a:endParaRPr lang="zh-CN" altLang="en-US" sz="900"/>
          </a:p>
        </p:txBody>
      </p:sp>
      <p:sp>
        <p:nvSpPr>
          <p:cNvPr id="10" name="矩形 9"/>
          <p:cNvSpPr/>
          <p:nvPr/>
        </p:nvSpPr>
        <p:spPr>
          <a:xfrm>
            <a:off x="0" y="4789952"/>
            <a:ext cx="9144000" cy="259229"/>
          </a:xfrm>
          <a:prstGeom prst="rect">
            <a:avLst/>
          </a:prstGeom>
          <a:solidFill>
            <a:schemeClr val="accent1">
              <a:lumMod val="50000"/>
            </a:schemeClr>
          </a:solidFill>
          <a:ln>
            <a:noFill/>
          </a:ln>
          <a:effectLst>
            <a:outerShdw blurRad="50800" dist="38100" dir="8100000" algn="tr" rotWithShape="0">
              <a:prstClr val="black">
                <a:alpha val="40000"/>
              </a:prstClr>
            </a:outerShdw>
          </a:effectLst>
        </p:spPr>
        <p:style>
          <a:lnRef idx="2">
            <a:schemeClr val="dk1">
              <a:shade val="50000"/>
            </a:schemeClr>
          </a:lnRef>
          <a:fillRef idx="1">
            <a:schemeClr val="dk1"/>
          </a:fillRef>
          <a:effectRef idx="0">
            <a:schemeClr val="dk1"/>
          </a:effectRef>
          <a:fontRef idx="minor">
            <a:schemeClr val="lt1"/>
          </a:fontRef>
        </p:style>
        <p:txBody>
          <a:bodyPr lIns="87919" tIns="43959" rIns="87919" bIns="43959" rtlCol="0" anchor="ctr"/>
          <a:lstStyle/>
          <a:p>
            <a:pPr algn="ctr"/>
            <a:endParaRPr lang="zh-CN" altLang="en-US" sz="100"/>
          </a:p>
        </p:txBody>
      </p:sp>
      <p:sp>
        <p:nvSpPr>
          <p:cNvPr id="11" name="矩形 10"/>
          <p:cNvSpPr/>
          <p:nvPr/>
        </p:nvSpPr>
        <p:spPr>
          <a:xfrm>
            <a:off x="8820472" y="4789952"/>
            <a:ext cx="323528" cy="259229"/>
          </a:xfrm>
          <a:prstGeom prst="rect">
            <a:avLst/>
          </a:prstGeom>
          <a:solidFill>
            <a:srgbClr val="C00000"/>
          </a:solidFill>
          <a:ln>
            <a:noFill/>
          </a:ln>
          <a:effectLst>
            <a:outerShdw blurRad="50800" dist="38100" dir="8100000" algn="tr" rotWithShape="0">
              <a:prstClr val="black">
                <a:alpha val="40000"/>
              </a:prstClr>
            </a:outerShdw>
          </a:effectLst>
        </p:spPr>
        <p:style>
          <a:lnRef idx="2">
            <a:schemeClr val="dk1">
              <a:shade val="50000"/>
            </a:schemeClr>
          </a:lnRef>
          <a:fillRef idx="1">
            <a:schemeClr val="dk1"/>
          </a:fillRef>
          <a:effectRef idx="0">
            <a:schemeClr val="dk1"/>
          </a:effectRef>
          <a:fontRef idx="minor">
            <a:schemeClr val="lt1"/>
          </a:fontRef>
        </p:style>
        <p:txBody>
          <a:bodyPr lIns="87919" tIns="43959" rIns="87919" bIns="43959" rtlCol="0" anchor="ctr"/>
          <a:lstStyle/>
          <a:p>
            <a:pPr algn="ctr"/>
            <a:endParaRPr lang="zh-CN" altLang="en-US" sz="100" dirty="0">
              <a:solidFill>
                <a:srgbClr val="C00000"/>
              </a:solidFill>
            </a:endParaRPr>
          </a:p>
        </p:txBody>
      </p:sp>
      <p:cxnSp>
        <p:nvCxnSpPr>
          <p:cNvPr id="20" name="直接连接符 19"/>
          <p:cNvCxnSpPr/>
          <p:nvPr/>
        </p:nvCxnSpPr>
        <p:spPr>
          <a:xfrm>
            <a:off x="3779912" y="5632445"/>
            <a:ext cx="1584176" cy="0"/>
          </a:xfrm>
          <a:prstGeom prst="line">
            <a:avLst/>
          </a:prstGeom>
          <a:ln>
            <a:solidFill>
              <a:srgbClr val="C00000"/>
            </a:solidFill>
          </a:ln>
        </p:spPr>
        <p:style>
          <a:lnRef idx="1">
            <a:schemeClr val="accent1"/>
          </a:lnRef>
          <a:fillRef idx="0">
            <a:schemeClr val="accent1"/>
          </a:fillRef>
          <a:effectRef idx="0">
            <a:schemeClr val="accent1"/>
          </a:effectRef>
          <a:fontRef idx="minor">
            <a:schemeClr val="tx1"/>
          </a:fontRef>
        </p:style>
      </p:cxnSp>
      <p:pic>
        <p:nvPicPr>
          <p:cNvPr id="21" name="Picture 3" descr="D:\南亩\刘长胜故居\配图\微信图片_20190521150340 b.jpg"/>
          <p:cNvPicPr>
            <a:picLocks noChangeAspect="1" noChangeArrowheads="1"/>
          </p:cNvPicPr>
          <p:nvPr/>
        </p:nvPicPr>
        <p:blipFill>
          <a:blip r:embed="rId4" cstate="print"/>
          <a:srcRect b="22120"/>
          <a:stretch>
            <a:fillRect/>
          </a:stretch>
        </p:blipFill>
        <p:spPr bwMode="auto">
          <a:xfrm>
            <a:off x="4107941" y="5143151"/>
            <a:ext cx="939118" cy="487267"/>
          </a:xfrm>
          <a:prstGeom prst="rect">
            <a:avLst/>
          </a:prstGeom>
          <a:noFill/>
        </p:spPr>
      </p:pic>
      <p:sp>
        <p:nvSpPr>
          <p:cNvPr id="17" name="TextBox 16"/>
          <p:cNvSpPr txBox="1"/>
          <p:nvPr/>
        </p:nvSpPr>
        <p:spPr>
          <a:xfrm>
            <a:off x="336550" y="1052830"/>
            <a:ext cx="8421370" cy="3411220"/>
          </a:xfrm>
          <a:prstGeom prst="rect">
            <a:avLst/>
          </a:prstGeom>
          <a:noFill/>
        </p:spPr>
        <p:txBody>
          <a:bodyPr wrap="square" lIns="87919" tIns="43959" rIns="87919" bIns="43959" rtlCol="0">
            <a:spAutoFit/>
          </a:bodyPr>
          <a:lstStyle/>
          <a:p>
            <a:pPr indent="461645" algn="just">
              <a:lnSpc>
                <a:spcPct val="150000"/>
              </a:lnSpc>
            </a:pPr>
            <a:r>
              <a:rPr lang="zh-CN" altLang="en-US" sz="2400" dirty="0" smtClean="0">
                <a:solidFill>
                  <a:srgbClr val="C00000"/>
                </a:solidFill>
                <a:latin typeface="微软雅黑" panose="020B0503020204020204" pitchFamily="34" charset="-122"/>
                <a:ea typeface="微软雅黑" panose="020B0503020204020204" pitchFamily="34" charset="-122"/>
              </a:rPr>
              <a:t>上海是中国工人阶级的大本营和</a:t>
            </a:r>
            <a:r>
              <a:rPr lang="zh-CN" altLang="en-US" sz="2400" dirty="0" smtClean="0">
                <a:gradFill>
                  <a:gsLst>
                    <a:gs pos="50000">
                      <a:srgbClr val="1F5FBF"/>
                    </a:gs>
                    <a:gs pos="0">
                      <a:srgbClr val="1486CB"/>
                    </a:gs>
                    <a:gs pos="100000">
                      <a:srgbClr val="2A34B2"/>
                    </a:gs>
                  </a:gsLst>
                  <a:lin ang="5400000" scaled="1"/>
                </a:gradFill>
                <a:latin typeface="微软雅黑" panose="020B0503020204020204" pitchFamily="34" charset="-122"/>
                <a:ea typeface="微软雅黑" panose="020B0503020204020204" pitchFamily="34" charset="-122"/>
              </a:rPr>
              <a:t>中国共产党的诞生地</a:t>
            </a:r>
            <a:r>
              <a:rPr lang="zh-CN" altLang="en-US" sz="2400" dirty="0" smtClean="0">
                <a:solidFill>
                  <a:srgbClr val="C00000"/>
                </a:solidFill>
                <a:latin typeface="微软雅黑" panose="020B0503020204020204" pitchFamily="34" charset="-122"/>
                <a:ea typeface="微软雅黑" panose="020B0503020204020204" pitchFamily="34" charset="-122"/>
              </a:rPr>
              <a:t>，在长时期间它是中国革命运动的指导中心。虽然在反革命势力以野蛮的白色恐怖迫使中国革命的主力由城市转入乡村以后，上海仍然是中国工人运动、革命文化运动和各民主阶层爱国民主运动的主要堡垒之一。上海的革命力量和全国的革命力量相配合，这就造成了上海的解放。</a:t>
            </a:r>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2" descr="D:\南亩\毛泽东旧居甲秀里\毛泽东旧居ppt模板\ppt底图水印a 空白.jpg"/>
          <p:cNvPicPr>
            <a:picLocks noChangeAspect="1" noChangeArrowheads="1"/>
          </p:cNvPicPr>
          <p:nvPr/>
        </p:nvPicPr>
        <p:blipFill>
          <a:blip r:embed="rId3" cstate="print"/>
          <a:srcRect/>
          <a:stretch>
            <a:fillRect/>
          </a:stretch>
        </p:blipFill>
        <p:spPr bwMode="auto">
          <a:xfrm>
            <a:off x="0" y="857251"/>
            <a:ext cx="9144000" cy="5140643"/>
          </a:xfrm>
          <a:prstGeom prst="rect">
            <a:avLst/>
          </a:prstGeom>
          <a:noFill/>
        </p:spPr>
      </p:pic>
      <p:sp>
        <p:nvSpPr>
          <p:cNvPr id="4" name="日期占位符 3"/>
          <p:cNvSpPr>
            <a:spLocks noGrp="1"/>
          </p:cNvSpPr>
          <p:nvPr>
            <p:ph type="dt" sz="half" idx="10"/>
          </p:nvPr>
        </p:nvSpPr>
        <p:spPr/>
        <p:txBody>
          <a:bodyPr/>
          <a:lstStyle/>
          <a:p>
            <a:fld id="{C8C4D56A-5869-47F9-9244-2D133808F2FD}" type="datetime1">
              <a:rPr lang="zh-CN" altLang="en-US" sz="900" smtClean="0">
                <a:latin typeface="DIN LightAlternate" pitchFamily="50" charset="0"/>
              </a:rPr>
              <a:t>2025/12/25</a:t>
            </a:fld>
            <a:endParaRPr lang="zh-CN" altLang="en-US" sz="900" dirty="0">
              <a:latin typeface="DIN LightAlternate" pitchFamily="50" charset="0"/>
            </a:endParaRPr>
          </a:p>
        </p:txBody>
      </p:sp>
      <p:sp>
        <p:nvSpPr>
          <p:cNvPr id="19" name="页脚占位符 5"/>
          <p:cNvSpPr>
            <a:spLocks noGrp="1"/>
          </p:cNvSpPr>
          <p:nvPr>
            <p:ph type="ftr" sz="quarter" idx="11"/>
          </p:nvPr>
        </p:nvSpPr>
        <p:spPr/>
        <p:txBody>
          <a:bodyPr/>
          <a:lstStyle/>
          <a:p>
            <a:r>
              <a:rPr lang="zh-CN" altLang="en-US" sz="900" dirty="0" smtClean="0">
                <a:latin typeface="方正清刻本悦宋简体" pitchFamily="2" charset="-122"/>
                <a:ea typeface="方正清刻本悦宋简体" pitchFamily="2" charset="-122"/>
              </a:rPr>
              <a:t>上海刘长胜故居</a:t>
            </a:r>
            <a:endParaRPr lang="zh-CN" altLang="en-US" sz="900" dirty="0">
              <a:latin typeface="方正清刻本悦宋简体" pitchFamily="2" charset="-122"/>
              <a:ea typeface="方正清刻本悦宋简体" pitchFamily="2" charset="-122"/>
            </a:endParaRPr>
          </a:p>
        </p:txBody>
      </p:sp>
      <p:sp>
        <p:nvSpPr>
          <p:cNvPr id="5" name="灯片编号占位符 4"/>
          <p:cNvSpPr>
            <a:spLocks noGrp="1"/>
          </p:cNvSpPr>
          <p:nvPr>
            <p:ph type="sldNum" sz="quarter" idx="12"/>
          </p:nvPr>
        </p:nvSpPr>
        <p:spPr/>
        <p:txBody>
          <a:bodyPr/>
          <a:lstStyle/>
          <a:p>
            <a:fld id="{0C913308-F349-4B6D-A68A-DD1791B4A57B}" type="slidenum">
              <a:rPr lang="zh-CN" altLang="en-US" sz="900" smtClean="0"/>
              <a:t>27</a:t>
            </a:fld>
            <a:endParaRPr lang="zh-CN" altLang="en-US" sz="900"/>
          </a:p>
        </p:txBody>
      </p:sp>
      <p:sp>
        <p:nvSpPr>
          <p:cNvPr id="10" name="矩形 9"/>
          <p:cNvSpPr/>
          <p:nvPr/>
        </p:nvSpPr>
        <p:spPr>
          <a:xfrm>
            <a:off x="0" y="4789952"/>
            <a:ext cx="9144000" cy="259229"/>
          </a:xfrm>
          <a:prstGeom prst="rect">
            <a:avLst/>
          </a:prstGeom>
          <a:solidFill>
            <a:schemeClr val="accent1">
              <a:lumMod val="50000"/>
            </a:schemeClr>
          </a:solidFill>
          <a:ln>
            <a:noFill/>
          </a:ln>
          <a:effectLst>
            <a:outerShdw blurRad="50800" dist="38100" dir="8100000" algn="tr" rotWithShape="0">
              <a:prstClr val="black">
                <a:alpha val="40000"/>
              </a:prstClr>
            </a:outerShdw>
          </a:effectLst>
        </p:spPr>
        <p:style>
          <a:lnRef idx="2">
            <a:schemeClr val="dk1">
              <a:shade val="50000"/>
            </a:schemeClr>
          </a:lnRef>
          <a:fillRef idx="1">
            <a:schemeClr val="dk1"/>
          </a:fillRef>
          <a:effectRef idx="0">
            <a:schemeClr val="dk1"/>
          </a:effectRef>
          <a:fontRef idx="minor">
            <a:schemeClr val="lt1"/>
          </a:fontRef>
        </p:style>
        <p:txBody>
          <a:bodyPr lIns="87919" tIns="43959" rIns="87919" bIns="43959" rtlCol="0" anchor="ctr"/>
          <a:lstStyle/>
          <a:p>
            <a:pPr algn="ctr"/>
            <a:endParaRPr lang="zh-CN" altLang="en-US" sz="100"/>
          </a:p>
        </p:txBody>
      </p:sp>
      <p:sp>
        <p:nvSpPr>
          <p:cNvPr id="11" name="矩形 10"/>
          <p:cNvSpPr/>
          <p:nvPr/>
        </p:nvSpPr>
        <p:spPr>
          <a:xfrm>
            <a:off x="8820472" y="4789952"/>
            <a:ext cx="323528" cy="259229"/>
          </a:xfrm>
          <a:prstGeom prst="rect">
            <a:avLst/>
          </a:prstGeom>
          <a:solidFill>
            <a:srgbClr val="C00000"/>
          </a:solidFill>
          <a:ln>
            <a:noFill/>
          </a:ln>
          <a:effectLst>
            <a:outerShdw blurRad="50800" dist="38100" dir="8100000" algn="tr" rotWithShape="0">
              <a:prstClr val="black">
                <a:alpha val="40000"/>
              </a:prstClr>
            </a:outerShdw>
          </a:effectLst>
        </p:spPr>
        <p:style>
          <a:lnRef idx="2">
            <a:schemeClr val="dk1">
              <a:shade val="50000"/>
            </a:schemeClr>
          </a:lnRef>
          <a:fillRef idx="1">
            <a:schemeClr val="dk1"/>
          </a:fillRef>
          <a:effectRef idx="0">
            <a:schemeClr val="dk1"/>
          </a:effectRef>
          <a:fontRef idx="minor">
            <a:schemeClr val="lt1"/>
          </a:fontRef>
        </p:style>
        <p:txBody>
          <a:bodyPr lIns="87919" tIns="43959" rIns="87919" bIns="43959" rtlCol="0" anchor="ctr"/>
          <a:lstStyle/>
          <a:p>
            <a:pPr algn="ctr"/>
            <a:endParaRPr lang="zh-CN" altLang="en-US" sz="100" dirty="0">
              <a:solidFill>
                <a:srgbClr val="C00000"/>
              </a:solidFill>
            </a:endParaRPr>
          </a:p>
        </p:txBody>
      </p:sp>
      <p:cxnSp>
        <p:nvCxnSpPr>
          <p:cNvPr id="20" name="直接连接符 19"/>
          <p:cNvCxnSpPr/>
          <p:nvPr/>
        </p:nvCxnSpPr>
        <p:spPr>
          <a:xfrm>
            <a:off x="3779912" y="5632445"/>
            <a:ext cx="1584176" cy="0"/>
          </a:xfrm>
          <a:prstGeom prst="line">
            <a:avLst/>
          </a:prstGeom>
          <a:ln>
            <a:solidFill>
              <a:srgbClr val="C00000"/>
            </a:solidFill>
          </a:ln>
        </p:spPr>
        <p:style>
          <a:lnRef idx="1">
            <a:schemeClr val="accent1"/>
          </a:lnRef>
          <a:fillRef idx="0">
            <a:schemeClr val="accent1"/>
          </a:fillRef>
          <a:effectRef idx="0">
            <a:schemeClr val="accent1"/>
          </a:effectRef>
          <a:fontRef idx="minor">
            <a:schemeClr val="tx1"/>
          </a:fontRef>
        </p:style>
      </p:cxnSp>
      <p:pic>
        <p:nvPicPr>
          <p:cNvPr id="21" name="Picture 3" descr="D:\南亩\刘长胜故居\配图\微信图片_20190521150340 b.jpg"/>
          <p:cNvPicPr>
            <a:picLocks noChangeAspect="1" noChangeArrowheads="1"/>
          </p:cNvPicPr>
          <p:nvPr/>
        </p:nvPicPr>
        <p:blipFill>
          <a:blip r:embed="rId4" cstate="print"/>
          <a:srcRect b="22120"/>
          <a:stretch>
            <a:fillRect/>
          </a:stretch>
        </p:blipFill>
        <p:spPr bwMode="auto">
          <a:xfrm>
            <a:off x="4107941" y="5143151"/>
            <a:ext cx="939118" cy="487267"/>
          </a:xfrm>
          <a:prstGeom prst="rect">
            <a:avLst/>
          </a:prstGeom>
          <a:noFill/>
        </p:spPr>
      </p:pic>
      <p:sp>
        <p:nvSpPr>
          <p:cNvPr id="17" name="TextBox 16"/>
          <p:cNvSpPr txBox="1"/>
          <p:nvPr/>
        </p:nvSpPr>
        <p:spPr>
          <a:xfrm>
            <a:off x="323215" y="908685"/>
            <a:ext cx="8549005" cy="3319145"/>
          </a:xfrm>
          <a:prstGeom prst="rect">
            <a:avLst/>
          </a:prstGeom>
          <a:noFill/>
        </p:spPr>
        <p:txBody>
          <a:bodyPr wrap="square" lIns="87919" tIns="43959" rIns="87919" bIns="43959" rtlCol="0">
            <a:spAutoFit/>
          </a:bodyPr>
          <a:lstStyle/>
          <a:p>
            <a:pPr indent="461645" algn="just">
              <a:lnSpc>
                <a:spcPct val="150000"/>
              </a:lnSpc>
            </a:pPr>
            <a:r>
              <a:rPr lang="zh-CN" altLang="en-US" sz="2000" dirty="0" smtClean="0">
                <a:solidFill>
                  <a:srgbClr val="C00000"/>
                </a:solidFill>
                <a:latin typeface="微软雅黑" panose="020B0503020204020204" pitchFamily="34" charset="-122"/>
                <a:ea typeface="微软雅黑" panose="020B0503020204020204" pitchFamily="34" charset="-122"/>
              </a:rPr>
              <a:t>上海是近代中国的</a:t>
            </a:r>
            <a:r>
              <a:rPr lang="zh-CN" altLang="en-US" sz="2000" b="1" dirty="0" smtClean="0">
                <a:solidFill>
                  <a:schemeClr val="tx2"/>
                </a:solidFill>
                <a:latin typeface="微软雅黑" panose="020B0503020204020204" pitchFamily="34" charset="-122"/>
                <a:ea typeface="微软雅黑" panose="020B0503020204020204" pitchFamily="34" charset="-122"/>
              </a:rPr>
              <a:t>光明的摇篮</a:t>
            </a:r>
            <a:r>
              <a:rPr lang="zh-CN" altLang="en-US" sz="2000" dirty="0" smtClean="0">
                <a:solidFill>
                  <a:srgbClr val="C00000"/>
                </a:solidFill>
                <a:latin typeface="微软雅黑" panose="020B0503020204020204" pitchFamily="34" charset="-122"/>
                <a:ea typeface="微软雅黑" panose="020B0503020204020204" pitchFamily="34" charset="-122"/>
              </a:rPr>
              <a:t>。上海的解放当然要加速完成中国内外关系的一系列根本变化。上海是一个世界性的城市，所以上海的解放不但是中国人民的胜利，而且是国际和平民主阵营的世界性的胜利。</a:t>
            </a:r>
          </a:p>
          <a:p>
            <a:pPr indent="461645" algn="just">
              <a:lnSpc>
                <a:spcPct val="150000"/>
              </a:lnSpc>
            </a:pPr>
            <a:r>
              <a:rPr lang="zh-CN" altLang="en-US" sz="2000" dirty="0" smtClean="0">
                <a:solidFill>
                  <a:srgbClr val="C00000"/>
                </a:solidFill>
                <a:latin typeface="微软雅黑" panose="020B0503020204020204" pitchFamily="34" charset="-122"/>
                <a:ea typeface="微软雅黑" panose="020B0503020204020204" pitchFamily="34" charset="-122"/>
              </a:rPr>
              <a:t>上海解放，震撼着世界，它意味着远东第一大城市从此摆脱帝国主义奴役压迫的桎梏，开始呼吸独立自由的空气。上海解放，在中国人民解放事业中具有特殊的重要的意义，对于中国人民而言，是值得特别欢庆的重大喜事。</a:t>
            </a:r>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2" descr="D:\南亩\毛泽东旧居甲秀里\毛泽东旧居ppt模板\ppt底图水印a 空白.jpg"/>
          <p:cNvPicPr>
            <a:picLocks noChangeAspect="1" noChangeArrowheads="1"/>
          </p:cNvPicPr>
          <p:nvPr/>
        </p:nvPicPr>
        <p:blipFill>
          <a:blip r:embed="rId3" cstate="print"/>
          <a:srcRect/>
          <a:stretch>
            <a:fillRect/>
          </a:stretch>
        </p:blipFill>
        <p:spPr bwMode="auto">
          <a:xfrm>
            <a:off x="0" y="858680"/>
            <a:ext cx="9144000" cy="5140643"/>
          </a:xfrm>
          <a:prstGeom prst="rect">
            <a:avLst/>
          </a:prstGeom>
          <a:noFill/>
        </p:spPr>
      </p:pic>
      <p:sp>
        <p:nvSpPr>
          <p:cNvPr id="4" name="日期占位符 3"/>
          <p:cNvSpPr>
            <a:spLocks noGrp="1"/>
          </p:cNvSpPr>
          <p:nvPr>
            <p:ph type="dt" sz="half" idx="10"/>
          </p:nvPr>
        </p:nvSpPr>
        <p:spPr/>
        <p:txBody>
          <a:bodyPr/>
          <a:lstStyle/>
          <a:p>
            <a:fld id="{C8C4D56A-5869-47F9-9244-2D133808F2FD}" type="datetime1">
              <a:rPr lang="zh-CN" altLang="en-US" sz="900" smtClean="0">
                <a:latin typeface="DIN LightAlternate" pitchFamily="50" charset="0"/>
              </a:rPr>
              <a:t>2025/12/25</a:t>
            </a:fld>
            <a:endParaRPr lang="zh-CN" altLang="en-US" sz="900" dirty="0">
              <a:latin typeface="DIN LightAlternate" pitchFamily="50" charset="0"/>
            </a:endParaRPr>
          </a:p>
        </p:txBody>
      </p:sp>
      <p:sp>
        <p:nvSpPr>
          <p:cNvPr id="19" name="页脚占位符 5"/>
          <p:cNvSpPr>
            <a:spLocks noGrp="1"/>
          </p:cNvSpPr>
          <p:nvPr>
            <p:ph type="ftr" sz="quarter" idx="11"/>
          </p:nvPr>
        </p:nvSpPr>
        <p:spPr/>
        <p:txBody>
          <a:bodyPr/>
          <a:lstStyle/>
          <a:p>
            <a:r>
              <a:rPr lang="zh-CN" altLang="en-US" sz="900" dirty="0" smtClean="0">
                <a:latin typeface="方正清刻本悦宋简体" pitchFamily="2" charset="-122"/>
                <a:ea typeface="方正清刻本悦宋简体" pitchFamily="2" charset="-122"/>
              </a:rPr>
              <a:t>上海刘长胜故居</a:t>
            </a:r>
            <a:endParaRPr lang="zh-CN" altLang="en-US" sz="900" dirty="0">
              <a:latin typeface="方正清刻本悦宋简体" pitchFamily="2" charset="-122"/>
              <a:ea typeface="方正清刻本悦宋简体" pitchFamily="2" charset="-122"/>
            </a:endParaRPr>
          </a:p>
        </p:txBody>
      </p:sp>
      <p:sp>
        <p:nvSpPr>
          <p:cNvPr id="5" name="灯片编号占位符 4"/>
          <p:cNvSpPr>
            <a:spLocks noGrp="1"/>
          </p:cNvSpPr>
          <p:nvPr>
            <p:ph type="sldNum" sz="quarter" idx="12"/>
          </p:nvPr>
        </p:nvSpPr>
        <p:spPr/>
        <p:txBody>
          <a:bodyPr/>
          <a:lstStyle/>
          <a:p>
            <a:fld id="{0C913308-F349-4B6D-A68A-DD1791B4A57B}" type="slidenum">
              <a:rPr lang="zh-CN" altLang="en-US" sz="900" smtClean="0"/>
              <a:t>28</a:t>
            </a:fld>
            <a:endParaRPr lang="zh-CN" altLang="en-US" sz="900"/>
          </a:p>
        </p:txBody>
      </p:sp>
      <p:sp>
        <p:nvSpPr>
          <p:cNvPr id="10" name="矩形 9"/>
          <p:cNvSpPr/>
          <p:nvPr/>
        </p:nvSpPr>
        <p:spPr>
          <a:xfrm>
            <a:off x="0" y="4789952"/>
            <a:ext cx="9144000" cy="259229"/>
          </a:xfrm>
          <a:prstGeom prst="rect">
            <a:avLst/>
          </a:prstGeom>
          <a:solidFill>
            <a:schemeClr val="accent1">
              <a:lumMod val="50000"/>
            </a:schemeClr>
          </a:solidFill>
          <a:ln>
            <a:noFill/>
          </a:ln>
          <a:effectLst>
            <a:outerShdw blurRad="50800" dist="38100" dir="8100000" algn="tr" rotWithShape="0">
              <a:prstClr val="black">
                <a:alpha val="40000"/>
              </a:prstClr>
            </a:outerShdw>
          </a:effectLst>
        </p:spPr>
        <p:style>
          <a:lnRef idx="2">
            <a:schemeClr val="dk1">
              <a:shade val="50000"/>
            </a:schemeClr>
          </a:lnRef>
          <a:fillRef idx="1">
            <a:schemeClr val="dk1"/>
          </a:fillRef>
          <a:effectRef idx="0">
            <a:schemeClr val="dk1"/>
          </a:effectRef>
          <a:fontRef idx="minor">
            <a:schemeClr val="lt1"/>
          </a:fontRef>
        </p:style>
        <p:txBody>
          <a:bodyPr lIns="87919" tIns="43959" rIns="87919" bIns="43959" rtlCol="0" anchor="ctr"/>
          <a:lstStyle/>
          <a:p>
            <a:pPr algn="ctr"/>
            <a:endParaRPr lang="zh-CN" altLang="en-US" sz="100"/>
          </a:p>
        </p:txBody>
      </p:sp>
      <p:sp>
        <p:nvSpPr>
          <p:cNvPr id="11" name="矩形 10"/>
          <p:cNvSpPr/>
          <p:nvPr/>
        </p:nvSpPr>
        <p:spPr>
          <a:xfrm>
            <a:off x="8820472" y="4789952"/>
            <a:ext cx="323528" cy="259229"/>
          </a:xfrm>
          <a:prstGeom prst="rect">
            <a:avLst/>
          </a:prstGeom>
          <a:solidFill>
            <a:srgbClr val="C00000"/>
          </a:solidFill>
          <a:ln>
            <a:noFill/>
          </a:ln>
          <a:effectLst>
            <a:outerShdw blurRad="50800" dist="38100" dir="8100000" algn="tr" rotWithShape="0">
              <a:prstClr val="black">
                <a:alpha val="40000"/>
              </a:prstClr>
            </a:outerShdw>
          </a:effectLst>
        </p:spPr>
        <p:style>
          <a:lnRef idx="2">
            <a:schemeClr val="dk1">
              <a:shade val="50000"/>
            </a:schemeClr>
          </a:lnRef>
          <a:fillRef idx="1">
            <a:schemeClr val="dk1"/>
          </a:fillRef>
          <a:effectRef idx="0">
            <a:schemeClr val="dk1"/>
          </a:effectRef>
          <a:fontRef idx="minor">
            <a:schemeClr val="lt1"/>
          </a:fontRef>
        </p:style>
        <p:txBody>
          <a:bodyPr lIns="87919" tIns="43959" rIns="87919" bIns="43959" rtlCol="0" anchor="ctr"/>
          <a:lstStyle/>
          <a:p>
            <a:pPr algn="ctr"/>
            <a:endParaRPr lang="zh-CN" altLang="en-US" sz="100" dirty="0">
              <a:solidFill>
                <a:srgbClr val="C00000"/>
              </a:solidFill>
            </a:endParaRPr>
          </a:p>
        </p:txBody>
      </p:sp>
      <p:cxnSp>
        <p:nvCxnSpPr>
          <p:cNvPr id="20" name="直接连接符 19"/>
          <p:cNvCxnSpPr/>
          <p:nvPr/>
        </p:nvCxnSpPr>
        <p:spPr>
          <a:xfrm>
            <a:off x="3779912" y="5632445"/>
            <a:ext cx="1584176" cy="0"/>
          </a:xfrm>
          <a:prstGeom prst="line">
            <a:avLst/>
          </a:prstGeom>
          <a:ln>
            <a:solidFill>
              <a:srgbClr val="C00000"/>
            </a:solidFill>
          </a:ln>
        </p:spPr>
        <p:style>
          <a:lnRef idx="1">
            <a:schemeClr val="accent1"/>
          </a:lnRef>
          <a:fillRef idx="0">
            <a:schemeClr val="accent1"/>
          </a:fillRef>
          <a:effectRef idx="0">
            <a:schemeClr val="accent1"/>
          </a:effectRef>
          <a:fontRef idx="minor">
            <a:schemeClr val="tx1"/>
          </a:fontRef>
        </p:style>
      </p:cxnSp>
      <p:pic>
        <p:nvPicPr>
          <p:cNvPr id="21" name="Picture 3" descr="D:\南亩\刘长胜故居\配图\微信图片_20190521150340 b.jpg"/>
          <p:cNvPicPr>
            <a:picLocks noChangeAspect="1" noChangeArrowheads="1"/>
          </p:cNvPicPr>
          <p:nvPr/>
        </p:nvPicPr>
        <p:blipFill>
          <a:blip r:embed="rId4" cstate="print"/>
          <a:srcRect b="22120"/>
          <a:stretch>
            <a:fillRect/>
          </a:stretch>
        </p:blipFill>
        <p:spPr bwMode="auto">
          <a:xfrm>
            <a:off x="4107941" y="5143151"/>
            <a:ext cx="939118" cy="487267"/>
          </a:xfrm>
          <a:prstGeom prst="rect">
            <a:avLst/>
          </a:prstGeom>
          <a:noFill/>
        </p:spPr>
      </p:pic>
      <p:pic>
        <p:nvPicPr>
          <p:cNvPr id="2" name="图片 1"/>
          <p:cNvPicPr/>
          <p:nvPr/>
        </p:nvPicPr>
        <p:blipFill>
          <a:blip r:embed="rId5"/>
          <a:stretch>
            <a:fillRect/>
          </a:stretch>
        </p:blipFill>
        <p:spPr>
          <a:xfrm>
            <a:off x="899160" y="-27305"/>
            <a:ext cx="7334250" cy="6871335"/>
          </a:xfrm>
          <a:prstGeom prst="rect">
            <a:avLst/>
          </a:prstGeom>
        </p:spPr>
      </p:pic>
    </p:spTree>
  </p:cSld>
  <p:clrMapOvr>
    <a:overrideClrMapping bg1="lt1" tx1="dk1" bg2="lt2" tx2="dk2" accent1="accent1" accent2="accent2" accent3="accent3" accent4="accent4" accent5="accent5" accent6="accent6" hlink="hlink" folHlink="folHlink"/>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2" descr="D:\南亩\毛泽东旧居甲秀里\毛泽东旧居ppt模板\ppt底图水印a 空白.jpg"/>
          <p:cNvPicPr>
            <a:picLocks noChangeAspect="1" noChangeArrowheads="1"/>
          </p:cNvPicPr>
          <p:nvPr/>
        </p:nvPicPr>
        <p:blipFill>
          <a:blip r:embed="rId3" cstate="print"/>
          <a:srcRect/>
          <a:stretch>
            <a:fillRect/>
          </a:stretch>
        </p:blipFill>
        <p:spPr bwMode="auto">
          <a:xfrm>
            <a:off x="0" y="858680"/>
            <a:ext cx="9144000" cy="5140643"/>
          </a:xfrm>
          <a:prstGeom prst="rect">
            <a:avLst/>
          </a:prstGeom>
          <a:noFill/>
        </p:spPr>
      </p:pic>
      <p:sp>
        <p:nvSpPr>
          <p:cNvPr id="4" name="日期占位符 3"/>
          <p:cNvSpPr>
            <a:spLocks noGrp="1"/>
          </p:cNvSpPr>
          <p:nvPr>
            <p:ph type="dt" sz="half" idx="10"/>
          </p:nvPr>
        </p:nvSpPr>
        <p:spPr/>
        <p:txBody>
          <a:bodyPr/>
          <a:lstStyle/>
          <a:p>
            <a:fld id="{C8C4D56A-5869-47F9-9244-2D133808F2FD}" type="datetime1">
              <a:rPr lang="zh-CN" altLang="en-US" sz="900" smtClean="0">
                <a:latin typeface="DIN LightAlternate" pitchFamily="50" charset="0"/>
              </a:rPr>
              <a:t>2025/12/25</a:t>
            </a:fld>
            <a:endParaRPr lang="zh-CN" altLang="en-US" sz="900" dirty="0">
              <a:latin typeface="DIN LightAlternate" pitchFamily="50" charset="0"/>
            </a:endParaRPr>
          </a:p>
        </p:txBody>
      </p:sp>
      <p:sp>
        <p:nvSpPr>
          <p:cNvPr id="19" name="页脚占位符 5"/>
          <p:cNvSpPr>
            <a:spLocks noGrp="1"/>
          </p:cNvSpPr>
          <p:nvPr>
            <p:ph type="ftr" sz="quarter" idx="11"/>
          </p:nvPr>
        </p:nvSpPr>
        <p:spPr/>
        <p:txBody>
          <a:bodyPr/>
          <a:lstStyle/>
          <a:p>
            <a:r>
              <a:rPr lang="zh-CN" altLang="en-US" sz="900" dirty="0" smtClean="0">
                <a:latin typeface="方正清刻本悦宋简体" pitchFamily="2" charset="-122"/>
                <a:ea typeface="方正清刻本悦宋简体" pitchFamily="2" charset="-122"/>
              </a:rPr>
              <a:t>上海刘长胜故居</a:t>
            </a:r>
            <a:endParaRPr lang="zh-CN" altLang="en-US" sz="900" dirty="0">
              <a:latin typeface="方正清刻本悦宋简体" pitchFamily="2" charset="-122"/>
              <a:ea typeface="方正清刻本悦宋简体" pitchFamily="2" charset="-122"/>
            </a:endParaRPr>
          </a:p>
        </p:txBody>
      </p:sp>
      <p:sp>
        <p:nvSpPr>
          <p:cNvPr id="5" name="灯片编号占位符 4"/>
          <p:cNvSpPr>
            <a:spLocks noGrp="1"/>
          </p:cNvSpPr>
          <p:nvPr>
            <p:ph type="sldNum" sz="quarter" idx="12"/>
          </p:nvPr>
        </p:nvSpPr>
        <p:spPr/>
        <p:txBody>
          <a:bodyPr/>
          <a:lstStyle/>
          <a:p>
            <a:fld id="{0C913308-F349-4B6D-A68A-DD1791B4A57B}" type="slidenum">
              <a:rPr lang="zh-CN" altLang="en-US" sz="900" smtClean="0"/>
              <a:t>29</a:t>
            </a:fld>
            <a:endParaRPr lang="zh-CN" altLang="en-US" sz="900"/>
          </a:p>
        </p:txBody>
      </p:sp>
      <p:sp>
        <p:nvSpPr>
          <p:cNvPr id="10" name="矩形 9"/>
          <p:cNvSpPr/>
          <p:nvPr/>
        </p:nvSpPr>
        <p:spPr>
          <a:xfrm>
            <a:off x="0" y="4789952"/>
            <a:ext cx="9144000" cy="259229"/>
          </a:xfrm>
          <a:prstGeom prst="rect">
            <a:avLst/>
          </a:prstGeom>
          <a:solidFill>
            <a:schemeClr val="accent1">
              <a:lumMod val="50000"/>
            </a:schemeClr>
          </a:solidFill>
          <a:ln>
            <a:noFill/>
          </a:ln>
          <a:effectLst>
            <a:outerShdw blurRad="50800" dist="38100" dir="8100000" algn="tr" rotWithShape="0">
              <a:prstClr val="black">
                <a:alpha val="40000"/>
              </a:prstClr>
            </a:outerShdw>
          </a:effectLst>
        </p:spPr>
        <p:style>
          <a:lnRef idx="2">
            <a:schemeClr val="dk1">
              <a:shade val="50000"/>
            </a:schemeClr>
          </a:lnRef>
          <a:fillRef idx="1">
            <a:schemeClr val="dk1"/>
          </a:fillRef>
          <a:effectRef idx="0">
            <a:schemeClr val="dk1"/>
          </a:effectRef>
          <a:fontRef idx="minor">
            <a:schemeClr val="lt1"/>
          </a:fontRef>
        </p:style>
        <p:txBody>
          <a:bodyPr lIns="87919" tIns="43959" rIns="87919" bIns="43959" rtlCol="0" anchor="ctr"/>
          <a:lstStyle/>
          <a:p>
            <a:pPr algn="ctr"/>
            <a:endParaRPr lang="zh-CN" altLang="en-US" sz="100"/>
          </a:p>
        </p:txBody>
      </p:sp>
      <p:sp>
        <p:nvSpPr>
          <p:cNvPr id="11" name="矩形 10"/>
          <p:cNvSpPr/>
          <p:nvPr/>
        </p:nvSpPr>
        <p:spPr>
          <a:xfrm>
            <a:off x="8820472" y="4789952"/>
            <a:ext cx="323528" cy="259229"/>
          </a:xfrm>
          <a:prstGeom prst="rect">
            <a:avLst/>
          </a:prstGeom>
          <a:solidFill>
            <a:srgbClr val="C00000"/>
          </a:solidFill>
          <a:ln>
            <a:noFill/>
          </a:ln>
          <a:effectLst>
            <a:outerShdw blurRad="50800" dist="38100" dir="8100000" algn="tr" rotWithShape="0">
              <a:prstClr val="black">
                <a:alpha val="40000"/>
              </a:prstClr>
            </a:outerShdw>
          </a:effectLst>
        </p:spPr>
        <p:style>
          <a:lnRef idx="2">
            <a:schemeClr val="dk1">
              <a:shade val="50000"/>
            </a:schemeClr>
          </a:lnRef>
          <a:fillRef idx="1">
            <a:schemeClr val="dk1"/>
          </a:fillRef>
          <a:effectRef idx="0">
            <a:schemeClr val="dk1"/>
          </a:effectRef>
          <a:fontRef idx="minor">
            <a:schemeClr val="lt1"/>
          </a:fontRef>
        </p:style>
        <p:txBody>
          <a:bodyPr lIns="87919" tIns="43959" rIns="87919" bIns="43959" rtlCol="0" anchor="ctr"/>
          <a:lstStyle/>
          <a:p>
            <a:pPr algn="ctr"/>
            <a:endParaRPr lang="zh-CN" altLang="en-US" sz="100" dirty="0">
              <a:solidFill>
                <a:srgbClr val="C00000"/>
              </a:solidFill>
            </a:endParaRPr>
          </a:p>
        </p:txBody>
      </p:sp>
      <p:cxnSp>
        <p:nvCxnSpPr>
          <p:cNvPr id="20" name="直接连接符 19"/>
          <p:cNvCxnSpPr/>
          <p:nvPr/>
        </p:nvCxnSpPr>
        <p:spPr>
          <a:xfrm>
            <a:off x="3779912" y="5632445"/>
            <a:ext cx="1584176" cy="0"/>
          </a:xfrm>
          <a:prstGeom prst="line">
            <a:avLst/>
          </a:prstGeom>
          <a:ln>
            <a:solidFill>
              <a:srgbClr val="C00000"/>
            </a:solidFill>
          </a:ln>
        </p:spPr>
        <p:style>
          <a:lnRef idx="1">
            <a:schemeClr val="accent1"/>
          </a:lnRef>
          <a:fillRef idx="0">
            <a:schemeClr val="accent1"/>
          </a:fillRef>
          <a:effectRef idx="0">
            <a:schemeClr val="accent1"/>
          </a:effectRef>
          <a:fontRef idx="minor">
            <a:schemeClr val="tx1"/>
          </a:fontRef>
        </p:style>
      </p:cxnSp>
      <p:pic>
        <p:nvPicPr>
          <p:cNvPr id="21" name="Picture 3" descr="D:\南亩\刘长胜故居\配图\微信图片_20190521150340 b.jpg"/>
          <p:cNvPicPr>
            <a:picLocks noChangeAspect="1" noChangeArrowheads="1"/>
          </p:cNvPicPr>
          <p:nvPr/>
        </p:nvPicPr>
        <p:blipFill>
          <a:blip r:embed="rId4" cstate="print"/>
          <a:srcRect b="22120"/>
          <a:stretch>
            <a:fillRect/>
          </a:stretch>
        </p:blipFill>
        <p:spPr bwMode="auto">
          <a:xfrm>
            <a:off x="4107941" y="5143151"/>
            <a:ext cx="939118" cy="487267"/>
          </a:xfrm>
          <a:prstGeom prst="rect">
            <a:avLst/>
          </a:prstGeom>
          <a:noFill/>
        </p:spPr>
      </p:pic>
      <p:sp>
        <p:nvSpPr>
          <p:cNvPr id="17" name="TextBox 16"/>
          <p:cNvSpPr txBox="1"/>
          <p:nvPr/>
        </p:nvSpPr>
        <p:spPr>
          <a:xfrm>
            <a:off x="1403350" y="1412875"/>
            <a:ext cx="6671945" cy="2857500"/>
          </a:xfrm>
          <a:prstGeom prst="rect">
            <a:avLst/>
          </a:prstGeom>
          <a:noFill/>
        </p:spPr>
        <p:txBody>
          <a:bodyPr wrap="square" lIns="87919" tIns="43959" rIns="87919" bIns="43959" rtlCol="0">
            <a:spAutoFit/>
          </a:bodyPr>
          <a:lstStyle/>
          <a:p>
            <a:pPr indent="461645" algn="just">
              <a:lnSpc>
                <a:spcPct val="150000"/>
              </a:lnSpc>
            </a:pPr>
            <a:r>
              <a:rPr lang="zh-CN" altLang="en-US" sz="2400" dirty="0" smtClean="0">
                <a:solidFill>
                  <a:srgbClr val="C00000"/>
                </a:solidFill>
                <a:latin typeface="微软雅黑" panose="020B0503020204020204" pitchFamily="34" charset="-122"/>
                <a:ea typeface="微软雅黑" panose="020B0503020204020204" pitchFamily="34" charset="-122"/>
              </a:rPr>
              <a:t>新上海万岁！独立自由的新中国万岁！</a:t>
            </a:r>
          </a:p>
          <a:p>
            <a:pPr indent="461645" algn="just">
              <a:lnSpc>
                <a:spcPct val="150000"/>
              </a:lnSpc>
            </a:pPr>
            <a:r>
              <a:rPr lang="zh-CN" altLang="en-US" sz="2400" dirty="0" smtClean="0">
                <a:solidFill>
                  <a:srgbClr val="C00000"/>
                </a:solidFill>
                <a:latin typeface="微软雅黑" panose="020B0503020204020204" pitchFamily="34" charset="-122"/>
                <a:ea typeface="微软雅黑" panose="020B0503020204020204" pitchFamily="34" charset="-122"/>
              </a:rPr>
              <a:t>为上海的解放而牺牲的烈士们永垂不朽！</a:t>
            </a:r>
          </a:p>
          <a:p>
            <a:pPr indent="461645" algn="just">
              <a:lnSpc>
                <a:spcPct val="150000"/>
              </a:lnSpc>
            </a:pPr>
            <a:r>
              <a:rPr lang="zh-CN" altLang="en-US" sz="2400" dirty="0" smtClean="0">
                <a:solidFill>
                  <a:srgbClr val="C00000"/>
                </a:solidFill>
                <a:latin typeface="微软雅黑" panose="020B0503020204020204" pitchFamily="34" charset="-122"/>
                <a:ea typeface="微软雅黑" panose="020B0503020204020204" pitchFamily="34" charset="-122"/>
              </a:rPr>
              <a:t>为上海的解放而牺牲的烈士们</a:t>
            </a:r>
          </a:p>
          <a:p>
            <a:pPr indent="461645" algn="just">
              <a:lnSpc>
                <a:spcPct val="150000"/>
              </a:lnSpc>
            </a:pPr>
            <a:r>
              <a:rPr lang="zh-CN" altLang="en-US" sz="2400" dirty="0" smtClean="0">
                <a:solidFill>
                  <a:srgbClr val="C00000"/>
                </a:solidFill>
                <a:latin typeface="微软雅黑" panose="020B0503020204020204" pitchFamily="34" charset="-122"/>
                <a:ea typeface="微软雅黑" panose="020B0503020204020204" pitchFamily="34" charset="-122"/>
              </a:rPr>
              <a:t>永垂不朽！</a:t>
            </a:r>
          </a:p>
          <a:p>
            <a:pPr indent="461645" algn="just">
              <a:lnSpc>
                <a:spcPct val="150000"/>
              </a:lnSpc>
            </a:pPr>
            <a:endParaRPr lang="zh-CN" altLang="zh-CN" sz="2400" dirty="0" smtClean="0">
              <a:solidFill>
                <a:srgbClr val="FF0000"/>
              </a:solidFill>
              <a:latin typeface="微软雅黑 Light" panose="020B0502040204020203" pitchFamily="34" charset="-122"/>
              <a:ea typeface="微软雅黑 Light" panose="020B0502040204020203" pitchFamily="34" charset="-122"/>
            </a:endParaRPr>
          </a:p>
        </p:txBody>
      </p:sp>
    </p:spTree>
  </p:cSld>
  <p:clrMapOvr>
    <a:overrideClrMapping bg1="lt1" tx1="dk1" bg2="lt2" tx2="dk2" accent1="accent1" accent2="accent2" accent3="accent3" accent4="accent4" accent5="accent5" accent6="accent6" hlink="hlink" folHlink="folHlink"/>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2" descr="D:\南亩\毛泽东旧居甲秀里\毛泽东旧居ppt模板\ppt底图水印a 空白.jpg"/>
          <p:cNvPicPr>
            <a:picLocks noChangeAspect="1" noChangeArrowheads="1"/>
          </p:cNvPicPr>
          <p:nvPr/>
        </p:nvPicPr>
        <p:blipFill>
          <a:blip r:embed="rId3" cstate="print"/>
          <a:srcRect/>
          <a:stretch>
            <a:fillRect/>
          </a:stretch>
        </p:blipFill>
        <p:spPr bwMode="auto">
          <a:xfrm>
            <a:off x="0" y="858680"/>
            <a:ext cx="9144000" cy="5140643"/>
          </a:xfrm>
          <a:prstGeom prst="rect">
            <a:avLst/>
          </a:prstGeom>
          <a:noFill/>
        </p:spPr>
      </p:pic>
      <p:sp>
        <p:nvSpPr>
          <p:cNvPr id="4" name="日期占位符 3"/>
          <p:cNvSpPr>
            <a:spLocks noGrp="1"/>
          </p:cNvSpPr>
          <p:nvPr>
            <p:ph type="dt" sz="half" idx="10"/>
          </p:nvPr>
        </p:nvSpPr>
        <p:spPr/>
        <p:txBody>
          <a:bodyPr/>
          <a:lstStyle/>
          <a:p>
            <a:fld id="{C8C4D56A-5869-47F9-9244-2D133808F2FD}" type="datetime1">
              <a:rPr lang="zh-CN" altLang="en-US" sz="900" smtClean="0">
                <a:latin typeface="DIN LightAlternate" pitchFamily="50" charset="0"/>
              </a:rPr>
              <a:t>2025/12/25</a:t>
            </a:fld>
            <a:endParaRPr lang="zh-CN" altLang="en-US" sz="900" dirty="0">
              <a:latin typeface="DIN LightAlternate" pitchFamily="50" charset="0"/>
            </a:endParaRPr>
          </a:p>
        </p:txBody>
      </p:sp>
      <p:sp>
        <p:nvSpPr>
          <p:cNvPr id="19" name="页脚占位符 5"/>
          <p:cNvSpPr>
            <a:spLocks noGrp="1"/>
          </p:cNvSpPr>
          <p:nvPr>
            <p:ph type="ftr" sz="quarter" idx="11"/>
          </p:nvPr>
        </p:nvSpPr>
        <p:spPr/>
        <p:txBody>
          <a:bodyPr/>
          <a:lstStyle/>
          <a:p>
            <a:r>
              <a:rPr lang="zh-CN" altLang="en-US" sz="900" dirty="0" smtClean="0">
                <a:latin typeface="方正清刻本悦宋简体" pitchFamily="2" charset="-122"/>
                <a:ea typeface="方正清刻本悦宋简体" pitchFamily="2" charset="-122"/>
              </a:rPr>
              <a:t>上海刘长胜故居</a:t>
            </a:r>
            <a:endParaRPr lang="zh-CN" altLang="en-US" sz="900" dirty="0">
              <a:latin typeface="方正清刻本悦宋简体" pitchFamily="2" charset="-122"/>
              <a:ea typeface="方正清刻本悦宋简体" pitchFamily="2" charset="-122"/>
            </a:endParaRPr>
          </a:p>
        </p:txBody>
      </p:sp>
      <p:sp>
        <p:nvSpPr>
          <p:cNvPr id="5" name="灯片编号占位符 4"/>
          <p:cNvSpPr>
            <a:spLocks noGrp="1"/>
          </p:cNvSpPr>
          <p:nvPr>
            <p:ph type="sldNum" sz="quarter" idx="12"/>
          </p:nvPr>
        </p:nvSpPr>
        <p:spPr/>
        <p:txBody>
          <a:bodyPr/>
          <a:lstStyle/>
          <a:p>
            <a:fld id="{0C913308-F349-4B6D-A68A-DD1791B4A57B}" type="slidenum">
              <a:rPr lang="zh-CN" altLang="en-US" sz="900" smtClean="0"/>
              <a:t>30</a:t>
            </a:fld>
            <a:endParaRPr lang="zh-CN" altLang="en-US" sz="900"/>
          </a:p>
        </p:txBody>
      </p:sp>
      <p:sp>
        <p:nvSpPr>
          <p:cNvPr id="10" name="矩形 9"/>
          <p:cNvSpPr/>
          <p:nvPr/>
        </p:nvSpPr>
        <p:spPr>
          <a:xfrm>
            <a:off x="0" y="4789952"/>
            <a:ext cx="9144000" cy="259229"/>
          </a:xfrm>
          <a:prstGeom prst="rect">
            <a:avLst/>
          </a:prstGeom>
          <a:solidFill>
            <a:schemeClr val="accent1">
              <a:lumMod val="50000"/>
            </a:schemeClr>
          </a:solidFill>
          <a:ln>
            <a:noFill/>
          </a:ln>
          <a:effectLst>
            <a:outerShdw blurRad="50800" dist="38100" dir="8100000" algn="tr" rotWithShape="0">
              <a:prstClr val="black">
                <a:alpha val="40000"/>
              </a:prstClr>
            </a:outerShdw>
          </a:effectLst>
        </p:spPr>
        <p:style>
          <a:lnRef idx="2">
            <a:schemeClr val="dk1">
              <a:shade val="50000"/>
            </a:schemeClr>
          </a:lnRef>
          <a:fillRef idx="1">
            <a:schemeClr val="dk1"/>
          </a:fillRef>
          <a:effectRef idx="0">
            <a:schemeClr val="dk1"/>
          </a:effectRef>
          <a:fontRef idx="minor">
            <a:schemeClr val="lt1"/>
          </a:fontRef>
        </p:style>
        <p:txBody>
          <a:bodyPr lIns="87919" tIns="43959" rIns="87919" bIns="43959" rtlCol="0" anchor="ctr"/>
          <a:lstStyle/>
          <a:p>
            <a:pPr algn="ctr"/>
            <a:endParaRPr lang="zh-CN" altLang="en-US" sz="100"/>
          </a:p>
        </p:txBody>
      </p:sp>
      <p:sp>
        <p:nvSpPr>
          <p:cNvPr id="11" name="矩形 10"/>
          <p:cNvSpPr/>
          <p:nvPr/>
        </p:nvSpPr>
        <p:spPr>
          <a:xfrm>
            <a:off x="8820472" y="4789952"/>
            <a:ext cx="323528" cy="259229"/>
          </a:xfrm>
          <a:prstGeom prst="rect">
            <a:avLst/>
          </a:prstGeom>
          <a:solidFill>
            <a:srgbClr val="C00000"/>
          </a:solidFill>
          <a:ln>
            <a:noFill/>
          </a:ln>
          <a:effectLst>
            <a:outerShdw blurRad="50800" dist="38100" dir="8100000" algn="tr" rotWithShape="0">
              <a:prstClr val="black">
                <a:alpha val="40000"/>
              </a:prstClr>
            </a:outerShdw>
          </a:effectLst>
        </p:spPr>
        <p:style>
          <a:lnRef idx="2">
            <a:schemeClr val="dk1">
              <a:shade val="50000"/>
            </a:schemeClr>
          </a:lnRef>
          <a:fillRef idx="1">
            <a:schemeClr val="dk1"/>
          </a:fillRef>
          <a:effectRef idx="0">
            <a:schemeClr val="dk1"/>
          </a:effectRef>
          <a:fontRef idx="minor">
            <a:schemeClr val="lt1"/>
          </a:fontRef>
        </p:style>
        <p:txBody>
          <a:bodyPr lIns="87919" tIns="43959" rIns="87919" bIns="43959" rtlCol="0" anchor="ctr"/>
          <a:lstStyle/>
          <a:p>
            <a:pPr algn="ctr"/>
            <a:endParaRPr lang="zh-CN" altLang="en-US" sz="100" dirty="0">
              <a:solidFill>
                <a:srgbClr val="C00000"/>
              </a:solidFill>
            </a:endParaRPr>
          </a:p>
        </p:txBody>
      </p:sp>
      <p:cxnSp>
        <p:nvCxnSpPr>
          <p:cNvPr id="20" name="直接连接符 19"/>
          <p:cNvCxnSpPr/>
          <p:nvPr/>
        </p:nvCxnSpPr>
        <p:spPr>
          <a:xfrm>
            <a:off x="3779912" y="5632445"/>
            <a:ext cx="1584176" cy="0"/>
          </a:xfrm>
          <a:prstGeom prst="line">
            <a:avLst/>
          </a:prstGeom>
          <a:ln>
            <a:solidFill>
              <a:srgbClr val="C00000"/>
            </a:solidFill>
          </a:ln>
        </p:spPr>
        <p:style>
          <a:lnRef idx="1">
            <a:schemeClr val="accent1"/>
          </a:lnRef>
          <a:fillRef idx="0">
            <a:schemeClr val="accent1"/>
          </a:fillRef>
          <a:effectRef idx="0">
            <a:schemeClr val="accent1"/>
          </a:effectRef>
          <a:fontRef idx="minor">
            <a:schemeClr val="tx1"/>
          </a:fontRef>
        </p:style>
      </p:cxnSp>
      <p:pic>
        <p:nvPicPr>
          <p:cNvPr id="21" name="Picture 3" descr="D:\南亩\刘长胜故居\配图\微信图片_20190521150340 b.jpg"/>
          <p:cNvPicPr>
            <a:picLocks noChangeAspect="1" noChangeArrowheads="1"/>
          </p:cNvPicPr>
          <p:nvPr/>
        </p:nvPicPr>
        <p:blipFill>
          <a:blip r:embed="rId4" cstate="print"/>
          <a:srcRect b="22120"/>
          <a:stretch>
            <a:fillRect/>
          </a:stretch>
        </p:blipFill>
        <p:spPr bwMode="auto">
          <a:xfrm>
            <a:off x="4107941" y="5143151"/>
            <a:ext cx="939118" cy="487267"/>
          </a:xfrm>
          <a:prstGeom prst="rect">
            <a:avLst/>
          </a:prstGeom>
          <a:noFill/>
        </p:spPr>
      </p:pic>
      <p:sp>
        <p:nvSpPr>
          <p:cNvPr id="17" name="TextBox 16"/>
          <p:cNvSpPr txBox="1"/>
          <p:nvPr/>
        </p:nvSpPr>
        <p:spPr>
          <a:xfrm>
            <a:off x="0" y="871855"/>
            <a:ext cx="9122410" cy="4123690"/>
          </a:xfrm>
          <a:prstGeom prst="rect">
            <a:avLst/>
          </a:prstGeom>
          <a:noFill/>
        </p:spPr>
        <p:txBody>
          <a:bodyPr wrap="square" lIns="87919" tIns="43959" rIns="87919" bIns="43959" rtlCol="0">
            <a:noAutofit/>
          </a:bodyPr>
          <a:lstStyle/>
          <a:p>
            <a:pPr indent="461645" algn="just">
              <a:lnSpc>
                <a:spcPct val="150000"/>
              </a:lnSpc>
            </a:pPr>
            <a:endParaRPr lang="zh-CN" altLang="zh-CN" sz="2400" dirty="0" smtClean="0">
              <a:solidFill>
                <a:srgbClr val="FF0000"/>
              </a:solidFill>
              <a:latin typeface="微软雅黑 Light" panose="020B0502040204020203" pitchFamily="34" charset="-122"/>
              <a:ea typeface="微软雅黑 Light" panose="020B0502040204020203" pitchFamily="34" charset="-122"/>
            </a:endParaRPr>
          </a:p>
        </p:txBody>
      </p:sp>
      <p:pic>
        <p:nvPicPr>
          <p:cNvPr id="2" name="图片 1"/>
          <p:cNvPicPr>
            <a:picLocks noChangeAspect="1"/>
          </p:cNvPicPr>
          <p:nvPr/>
        </p:nvPicPr>
        <p:blipFill>
          <a:blip r:embed="rId5"/>
          <a:stretch>
            <a:fillRect/>
          </a:stretch>
        </p:blipFill>
        <p:spPr>
          <a:xfrm>
            <a:off x="633095" y="850264"/>
            <a:ext cx="7917815" cy="5149059"/>
          </a:xfrm>
          <a:prstGeom prst="rect">
            <a:avLst/>
          </a:prstGeom>
        </p:spPr>
      </p:pic>
      <p:sp>
        <p:nvSpPr>
          <p:cNvPr id="3" name="文本框 2"/>
          <p:cNvSpPr txBox="1"/>
          <p:nvPr/>
        </p:nvSpPr>
        <p:spPr>
          <a:xfrm>
            <a:off x="1327785" y="188595"/>
            <a:ext cx="6891020" cy="583565"/>
          </a:xfrm>
          <a:prstGeom prst="rect">
            <a:avLst/>
          </a:prstGeom>
          <a:noFill/>
        </p:spPr>
        <p:txBody>
          <a:bodyPr wrap="square" rtlCol="0" anchor="t">
            <a:spAutoFit/>
          </a:bodyPr>
          <a:lstStyle/>
          <a:p>
            <a:r>
              <a:rPr lang="zh-CN" altLang="en-US" sz="3200" b="1">
                <a:solidFill>
                  <a:schemeClr val="bg1"/>
                </a:solidFill>
              </a:rPr>
              <a:t>（二）大上海在新中国的地位和作用</a:t>
            </a:r>
          </a:p>
        </p:txBody>
      </p:sp>
    </p:spTree>
  </p:cSld>
  <p:clrMapOvr>
    <a:overrideClrMapping bg1="lt1" tx1="dk1" bg2="lt2" tx2="dk2" accent1="accent1" accent2="accent2" accent3="accent3" accent4="accent4" accent5="accent5" accent6="accent6" hlink="hlink" folHlink="folHlink"/>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标题 1"/>
          <p:cNvSpPr>
            <a:spLocks noGrp="1"/>
          </p:cNvSpPr>
          <p:nvPr>
            <p:ph type="title"/>
          </p:nvPr>
        </p:nvSpPr>
        <p:spPr>
          <a:xfrm>
            <a:off x="259715" y="274955"/>
            <a:ext cx="8641715" cy="1143000"/>
          </a:xfrm>
        </p:spPr>
        <p:txBody>
          <a:bodyPr vert="horz" wrap="square" lIns="91440" tIns="45720" rIns="91440" bIns="45720" anchor="ctr" anchorCtr="0"/>
          <a:lstStyle/>
          <a:p>
            <a:r>
              <a:rPr lang="zh-CN" altLang="en-US" sz="3600" b="1" dirty="0">
                <a:solidFill>
                  <a:schemeClr val="bg1"/>
                </a:solidFill>
                <a:sym typeface="Arial" panose="020B0604020202020204" pitchFamily="34" charset="0"/>
              </a:rPr>
              <a:t>（三）结语：上海是中国共产党红色圣地</a:t>
            </a:r>
          </a:p>
        </p:txBody>
      </p:sp>
      <p:sp>
        <p:nvSpPr>
          <p:cNvPr id="34818" name="内容占位符 2"/>
          <p:cNvSpPr>
            <a:spLocks noGrp="1"/>
          </p:cNvSpPr>
          <p:nvPr>
            <p:ph idx="1"/>
          </p:nvPr>
        </p:nvSpPr>
        <p:spPr>
          <a:xfrm>
            <a:off x="457200" y="1417638"/>
            <a:ext cx="8469313" cy="5181600"/>
          </a:xfrm>
        </p:spPr>
        <p:txBody>
          <a:bodyPr vert="horz" wrap="square" lIns="91440" tIns="45720" rIns="91440" bIns="45720" anchor="t" anchorCtr="0"/>
          <a:lstStyle/>
          <a:p>
            <a:r>
              <a:rPr lang="en-US" altLang="zh-CN" b="1" dirty="0">
                <a:solidFill>
                  <a:schemeClr val="bg1"/>
                </a:solidFill>
              </a:rPr>
              <a:t>“</a:t>
            </a:r>
            <a:r>
              <a:rPr lang="zh-CN" altLang="en-US" b="1" dirty="0">
                <a:solidFill>
                  <a:schemeClr val="bg1"/>
                </a:solidFill>
              </a:rPr>
              <a:t>八地</a:t>
            </a:r>
            <a:r>
              <a:rPr lang="en-US" altLang="zh-CN" b="1" dirty="0">
                <a:solidFill>
                  <a:schemeClr val="bg1"/>
                </a:solidFill>
              </a:rPr>
              <a:t>”</a:t>
            </a:r>
            <a:r>
              <a:rPr lang="zh-CN" altLang="en-US" b="1" dirty="0">
                <a:solidFill>
                  <a:schemeClr val="bg1"/>
                </a:solidFill>
              </a:rPr>
              <a:t>：</a:t>
            </a:r>
          </a:p>
          <a:p>
            <a:endParaRPr lang="zh-CN" altLang="en-US" sz="2800" b="1" dirty="0">
              <a:solidFill>
                <a:schemeClr val="bg1"/>
              </a:solidFill>
              <a:latin typeface="楷体" panose="02010609060101010101" pitchFamily="49" charset="-122"/>
              <a:ea typeface="楷体" panose="02010609060101010101" pitchFamily="49" charset="-122"/>
            </a:endParaRPr>
          </a:p>
          <a:p>
            <a:r>
              <a:rPr lang="zh-CN" altLang="en-US" sz="2800" b="1" dirty="0">
                <a:solidFill>
                  <a:schemeClr val="bg1"/>
                </a:solidFill>
                <a:latin typeface="楷体" panose="02010609060101010101" pitchFamily="49" charset="-122"/>
                <a:ea typeface="楷体" panose="02010609060101010101" pitchFamily="49" charset="-122"/>
              </a:rPr>
              <a:t>中国共产党的诞生地（</a:t>
            </a:r>
            <a:r>
              <a:rPr lang="en-US" altLang="zh-CN" sz="2800" b="1" dirty="0">
                <a:solidFill>
                  <a:schemeClr val="bg1"/>
                </a:solidFill>
                <a:latin typeface="楷体" panose="02010609060101010101" pitchFamily="49" charset="-122"/>
                <a:ea typeface="楷体" panose="02010609060101010101" pitchFamily="49" charset="-122"/>
              </a:rPr>
              <a:t>“</a:t>
            </a:r>
            <a:r>
              <a:rPr lang="zh-CN" altLang="en-US" sz="2800" b="1" dirty="0">
                <a:solidFill>
                  <a:schemeClr val="bg1"/>
                </a:solidFill>
                <a:latin typeface="楷体" panose="02010609060101010101" pitchFamily="49" charset="-122"/>
                <a:ea typeface="楷体" panose="02010609060101010101" pitchFamily="49" charset="-122"/>
              </a:rPr>
              <a:t>两年三会</a:t>
            </a:r>
            <a:r>
              <a:rPr lang="en-US" altLang="zh-CN" sz="2800" b="1" dirty="0">
                <a:solidFill>
                  <a:schemeClr val="bg1"/>
                </a:solidFill>
                <a:latin typeface="楷体" panose="02010609060101010101" pitchFamily="49" charset="-122"/>
                <a:ea typeface="楷体" panose="02010609060101010101" pitchFamily="49" charset="-122"/>
              </a:rPr>
              <a:t>”</a:t>
            </a:r>
            <a:r>
              <a:rPr lang="zh-CN" altLang="en-US" sz="2800" b="1" dirty="0">
                <a:solidFill>
                  <a:schemeClr val="bg1"/>
                </a:solidFill>
                <a:latin typeface="楷体" panose="02010609060101010101" pitchFamily="49" charset="-122"/>
                <a:ea typeface="楷体" panose="02010609060101010101" pitchFamily="49" charset="-122"/>
              </a:rPr>
              <a:t>召开地）</a:t>
            </a:r>
          </a:p>
          <a:p>
            <a:r>
              <a:rPr lang="zh-CN" altLang="en-US" sz="2800" b="1" dirty="0">
                <a:solidFill>
                  <a:schemeClr val="bg1"/>
                </a:solidFill>
                <a:latin typeface="楷体" panose="02010609060101010101" pitchFamily="49" charset="-122"/>
                <a:ea typeface="楷体" panose="02010609060101010101" pitchFamily="49" charset="-122"/>
              </a:rPr>
              <a:t>中共中央机关长期驻留地</a:t>
            </a:r>
            <a:r>
              <a:rPr lang="zh-CN" altLang="zh-CN" sz="2800" b="1" dirty="0">
                <a:solidFill>
                  <a:schemeClr val="bg1"/>
                </a:solidFill>
                <a:latin typeface="楷体" panose="02010609060101010101" pitchFamily="49" charset="-122"/>
                <a:ea typeface="楷体" panose="02010609060101010101" pitchFamily="49" charset="-122"/>
              </a:rPr>
              <a:t>（</a:t>
            </a:r>
            <a:r>
              <a:rPr lang="en-US" altLang="zh-CN" sz="2800" b="1" dirty="0">
                <a:solidFill>
                  <a:schemeClr val="bg1"/>
                </a:solidFill>
                <a:latin typeface="楷体" panose="02010609060101010101" pitchFamily="49" charset="-122"/>
                <a:ea typeface="楷体" panose="02010609060101010101" pitchFamily="49" charset="-122"/>
              </a:rPr>
              <a:t>1921-1933</a:t>
            </a:r>
            <a:r>
              <a:rPr lang="zh-CN" altLang="en-US" sz="2800" b="1" dirty="0">
                <a:solidFill>
                  <a:schemeClr val="bg1"/>
                </a:solidFill>
                <a:latin typeface="楷体" panose="02010609060101010101" pitchFamily="49" charset="-122"/>
                <a:ea typeface="楷体" panose="02010609060101010101" pitchFamily="49" charset="-122"/>
              </a:rPr>
              <a:t>年</a:t>
            </a:r>
            <a:r>
              <a:rPr lang="zh-CN" altLang="zh-CN" sz="2800" b="1" dirty="0">
                <a:solidFill>
                  <a:schemeClr val="bg1"/>
                </a:solidFill>
                <a:latin typeface="楷体" panose="02010609060101010101" pitchFamily="49" charset="-122"/>
                <a:ea typeface="楷体" panose="02010609060101010101" pitchFamily="49" charset="-122"/>
              </a:rPr>
              <a:t>）</a:t>
            </a:r>
            <a:endParaRPr lang="zh-CN" altLang="en-US" sz="2800" b="1" dirty="0">
              <a:solidFill>
                <a:schemeClr val="bg1"/>
              </a:solidFill>
              <a:latin typeface="楷体" panose="02010609060101010101" pitchFamily="49" charset="-122"/>
              <a:ea typeface="楷体" panose="02010609060101010101" pitchFamily="49" charset="-122"/>
            </a:endParaRPr>
          </a:p>
          <a:p>
            <a:r>
              <a:rPr lang="zh-CN" altLang="en-US" sz="2800" b="1" dirty="0">
                <a:solidFill>
                  <a:schemeClr val="bg1"/>
                </a:solidFill>
                <a:latin typeface="楷体" panose="02010609060101010101" pitchFamily="49" charset="-122"/>
                <a:ea typeface="楷体" panose="02010609060101010101" pitchFamily="49" charset="-122"/>
              </a:rPr>
              <a:t>第一批革命烈士长眠地：中国红色第一陵园</a:t>
            </a:r>
          </a:p>
          <a:p>
            <a:r>
              <a:rPr lang="zh-CN" altLang="en-US" sz="2800" b="1" dirty="0">
                <a:solidFill>
                  <a:schemeClr val="bg1"/>
                </a:solidFill>
                <a:latin typeface="楷体" panose="02010609060101010101" pitchFamily="49" charset="-122"/>
                <a:ea typeface="楷体" panose="02010609060101010101" pitchFamily="49" charset="-122"/>
              </a:rPr>
              <a:t>中国红色文化发源地：先驱、遗迹、故事、精神</a:t>
            </a:r>
          </a:p>
          <a:p>
            <a:r>
              <a:rPr lang="zh-CN" altLang="en-US" sz="2800" b="1" dirty="0">
                <a:solidFill>
                  <a:schemeClr val="bg1"/>
                </a:solidFill>
                <a:latin typeface="楷体" panose="02010609060101010101" pitchFamily="49" charset="-122"/>
                <a:ea typeface="楷体" panose="02010609060101010101" pitchFamily="49" charset="-122"/>
              </a:rPr>
              <a:t>党的地下斗争中心地：地下党</a:t>
            </a:r>
          </a:p>
          <a:p>
            <a:r>
              <a:rPr lang="zh-CN" altLang="en-US" sz="2800" b="1" dirty="0">
                <a:solidFill>
                  <a:schemeClr val="bg1"/>
                </a:solidFill>
                <a:latin typeface="楷体" panose="02010609060101010101" pitchFamily="49" charset="-122"/>
                <a:ea typeface="楷体" panose="02010609060101010101" pitchFamily="49" charset="-122"/>
              </a:rPr>
              <a:t>中国民主党派集中地：</a:t>
            </a:r>
            <a:r>
              <a:rPr lang="zh-CN" altLang="zh-CN" sz="2800" b="1" dirty="0">
                <a:solidFill>
                  <a:schemeClr val="bg1"/>
                </a:solidFill>
                <a:latin typeface="楷体" panose="02010609060101010101" pitchFamily="49" charset="-122"/>
                <a:ea typeface="楷体" panose="02010609060101010101" pitchFamily="49" charset="-122"/>
              </a:rPr>
              <a:t>八个民主党派，周恩来</a:t>
            </a:r>
            <a:endParaRPr lang="zh-CN" altLang="en-US" sz="2800" b="1" dirty="0">
              <a:solidFill>
                <a:schemeClr val="bg1"/>
              </a:solidFill>
              <a:latin typeface="楷体" panose="02010609060101010101" pitchFamily="49" charset="-122"/>
              <a:ea typeface="楷体" panose="02010609060101010101" pitchFamily="49" charset="-122"/>
            </a:endParaRPr>
          </a:p>
          <a:p>
            <a:r>
              <a:rPr lang="zh-CN" altLang="en-US" sz="2800" b="1" dirty="0">
                <a:solidFill>
                  <a:schemeClr val="bg1"/>
                </a:solidFill>
                <a:latin typeface="楷体" panose="02010609060101010101" pitchFamily="49" charset="-122"/>
                <a:ea typeface="楷体" panose="02010609060101010101" pitchFamily="49" charset="-122"/>
              </a:rPr>
              <a:t>左翼文化运动</a:t>
            </a:r>
            <a:r>
              <a:rPr lang="zh-CN" altLang="en-US" sz="2800" b="1" dirty="0">
                <a:solidFill>
                  <a:schemeClr val="bg1"/>
                </a:solidFill>
                <a:latin typeface="楷体" panose="02010609060101010101" pitchFamily="49" charset="-122"/>
                <a:ea typeface="楷体" panose="02010609060101010101" pitchFamily="49" charset="-122"/>
                <a:sym typeface="宋体" panose="02010600030101010101" pitchFamily="2" charset="-122"/>
              </a:rPr>
              <a:t>聚集</a:t>
            </a:r>
            <a:r>
              <a:rPr lang="zh-CN" altLang="en-US" sz="2800" b="1" dirty="0">
                <a:solidFill>
                  <a:schemeClr val="bg1"/>
                </a:solidFill>
                <a:latin typeface="楷体" panose="02010609060101010101" pitchFamily="49" charset="-122"/>
                <a:ea typeface="楷体" panose="02010609060101010101" pitchFamily="49" charset="-122"/>
              </a:rPr>
              <a:t>地：鲁迅、左联、国歌等</a:t>
            </a:r>
          </a:p>
          <a:p>
            <a:r>
              <a:rPr lang="zh-CN" altLang="en-US" sz="2800" b="1" dirty="0">
                <a:solidFill>
                  <a:schemeClr val="bg1"/>
                </a:solidFill>
                <a:latin typeface="楷体" panose="02010609060101010101" pitchFamily="49" charset="-122"/>
                <a:ea typeface="楷体" panose="02010609060101010101" pitchFamily="49" charset="-122"/>
              </a:rPr>
              <a:t>中国革命重要的后方基地：人才、资金、仪器设备</a:t>
            </a:r>
          </a:p>
          <a:p>
            <a:endParaRPr lang="zh-CN" altLang="en-US" sz="2800" b="1" dirty="0">
              <a:solidFill>
                <a:schemeClr val="bg1"/>
              </a:solidFill>
              <a:latin typeface="楷体" panose="02010609060101010101" pitchFamily="49" charset="-122"/>
              <a:ea typeface="楷体" panose="02010609060101010101" pitchFamily="49" charset="-122"/>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标题 1"/>
          <p:cNvSpPr>
            <a:spLocks noGrp="1"/>
          </p:cNvSpPr>
          <p:nvPr>
            <p:ph type="title"/>
          </p:nvPr>
        </p:nvSpPr>
        <p:spPr/>
        <p:txBody>
          <a:bodyPr vert="horz" wrap="square" lIns="91440" tIns="45720" rIns="91440" bIns="45720" anchor="ctr" anchorCtr="0"/>
          <a:lstStyle/>
          <a:p>
            <a:r>
              <a:rPr lang="zh-CN" altLang="en-US" b="1" dirty="0">
                <a:solidFill>
                  <a:schemeClr val="bg1"/>
                </a:solidFill>
              </a:rPr>
              <a:t>小论文题目</a:t>
            </a:r>
          </a:p>
        </p:txBody>
      </p:sp>
      <p:sp>
        <p:nvSpPr>
          <p:cNvPr id="35842" name="内容占位符 2"/>
          <p:cNvSpPr>
            <a:spLocks noGrp="1"/>
          </p:cNvSpPr>
          <p:nvPr>
            <p:ph idx="1"/>
          </p:nvPr>
        </p:nvSpPr>
        <p:spPr>
          <a:xfrm>
            <a:off x="457200" y="1600200"/>
            <a:ext cx="8401050" cy="4686300"/>
          </a:xfrm>
        </p:spPr>
        <p:txBody>
          <a:bodyPr vert="horz" wrap="square" lIns="91440" tIns="45720" rIns="91440" bIns="45720" anchor="t" anchorCtr="0"/>
          <a:lstStyle/>
          <a:p>
            <a:r>
              <a:rPr lang="zh-CN" altLang="en-US" sz="2800" b="1" dirty="0">
                <a:solidFill>
                  <a:schemeClr val="bg1"/>
                </a:solidFill>
                <a:latin typeface="楷体_GB2312" pitchFamily="49" charset="-122"/>
                <a:ea typeface="楷体_GB2312" pitchFamily="49" charset="-122"/>
              </a:rPr>
              <a:t>二选一：</a:t>
            </a:r>
            <a:endParaRPr lang="zh-CN" altLang="zh-CN" sz="2800" b="1" dirty="0">
              <a:solidFill>
                <a:schemeClr val="bg1"/>
              </a:solidFill>
              <a:latin typeface="楷体_GB2312" pitchFamily="49" charset="-122"/>
              <a:ea typeface="楷体_GB2312" pitchFamily="49" charset="-122"/>
            </a:endParaRPr>
          </a:p>
          <a:p>
            <a:endParaRPr lang="zh-CN" altLang="zh-CN" sz="2800" b="1" dirty="0">
              <a:solidFill>
                <a:schemeClr val="bg1"/>
              </a:solidFill>
              <a:latin typeface="楷体_GB2312" pitchFamily="49" charset="-122"/>
              <a:ea typeface="楷体_GB2312" pitchFamily="49" charset="-122"/>
            </a:endParaRPr>
          </a:p>
          <a:p>
            <a:r>
              <a:rPr lang="en-US" altLang="zh-CN" sz="2800" b="1" dirty="0">
                <a:solidFill>
                  <a:schemeClr val="bg1"/>
                </a:solidFill>
                <a:latin typeface="楷体_GB2312" pitchFamily="49" charset="-122"/>
                <a:ea typeface="楷体_GB2312" pitchFamily="49" charset="-122"/>
              </a:rPr>
              <a:t>1</a:t>
            </a:r>
            <a:r>
              <a:rPr lang="zh-CN" altLang="en-US" sz="2800" b="1" dirty="0">
                <a:solidFill>
                  <a:schemeClr val="bg1"/>
                </a:solidFill>
                <a:latin typeface="楷体_GB2312" pitchFamily="49" charset="-122"/>
                <a:ea typeface="楷体_GB2312" pitchFamily="49" charset="-122"/>
              </a:rPr>
              <a:t>、</a:t>
            </a:r>
            <a:r>
              <a:rPr lang="zh-CN" altLang="zh-CN" sz="2800" b="1" dirty="0">
                <a:solidFill>
                  <a:schemeClr val="bg1"/>
                </a:solidFill>
                <a:latin typeface="楷体_GB2312" pitchFamily="49" charset="-122"/>
                <a:ea typeface="楷体_GB2312" pitchFamily="49" charset="-122"/>
              </a:rPr>
              <a:t>上海是中国共产党的诞生地</a:t>
            </a:r>
            <a:endParaRPr lang="en-US" altLang="zh-CN" sz="2800" b="1" dirty="0">
              <a:solidFill>
                <a:schemeClr val="bg1"/>
              </a:solidFill>
              <a:latin typeface="楷体_GB2312" pitchFamily="49" charset="-122"/>
              <a:ea typeface="楷体_GB2312" pitchFamily="49" charset="-122"/>
            </a:endParaRPr>
          </a:p>
          <a:p>
            <a:endParaRPr lang="en-US" altLang="zh-CN" sz="2800" b="1" dirty="0">
              <a:solidFill>
                <a:schemeClr val="bg1"/>
              </a:solidFill>
              <a:latin typeface="楷体_GB2312" pitchFamily="49" charset="-122"/>
              <a:ea typeface="楷体_GB2312" pitchFamily="49" charset="-122"/>
            </a:endParaRPr>
          </a:p>
          <a:p>
            <a:r>
              <a:rPr lang="en-US" altLang="zh-CN" sz="2800" b="1" dirty="0">
                <a:solidFill>
                  <a:schemeClr val="bg1"/>
                </a:solidFill>
                <a:latin typeface="楷体_GB2312" pitchFamily="49" charset="-122"/>
                <a:ea typeface="楷体_GB2312" pitchFamily="49" charset="-122"/>
              </a:rPr>
              <a:t>2</a:t>
            </a:r>
            <a:r>
              <a:rPr lang="zh-CN" altLang="en-US" sz="2800" b="1" dirty="0">
                <a:solidFill>
                  <a:schemeClr val="bg1"/>
                </a:solidFill>
                <a:latin typeface="楷体_GB2312" pitchFamily="49" charset="-122"/>
                <a:ea typeface="楷体_GB2312" pitchFamily="49" charset="-122"/>
              </a:rPr>
              <a:t>、</a:t>
            </a:r>
            <a:r>
              <a:rPr lang="zh-CN" altLang="en-US" sz="2800" b="1" dirty="0">
                <a:solidFill>
                  <a:schemeClr val="bg1"/>
                </a:solidFill>
                <a:latin typeface="楷体_GB2312" pitchFamily="49" charset="-122"/>
                <a:ea typeface="楷体_GB2312" pitchFamily="49" charset="-122"/>
                <a:sym typeface="+mn-ea"/>
              </a:rPr>
              <a:t>上海是民主革命时期</a:t>
            </a:r>
            <a:r>
              <a:rPr lang="zh-CN" altLang="en-US" sz="2800" b="1" dirty="0">
                <a:solidFill>
                  <a:schemeClr val="bg1"/>
                </a:solidFill>
                <a:latin typeface="楷体_GB2312" pitchFamily="49" charset="-122"/>
                <a:ea typeface="楷体_GB2312" pitchFamily="49" charset="-122"/>
              </a:rPr>
              <a:t>中共中央长期驻扎地</a:t>
            </a:r>
            <a:endParaRPr lang="en-US" altLang="zh-CN" sz="2800" b="1" dirty="0">
              <a:solidFill>
                <a:schemeClr val="bg1"/>
              </a:solidFill>
              <a:latin typeface="楷体_GB2312" pitchFamily="49" charset="-122"/>
              <a:ea typeface="楷体_GB2312" pitchFamily="49" charset="-122"/>
            </a:endParaRPr>
          </a:p>
          <a:p>
            <a:endParaRPr lang="en-US" altLang="zh-CN" sz="2800" b="1" dirty="0">
              <a:solidFill>
                <a:schemeClr val="bg1"/>
              </a:solidFill>
              <a:latin typeface="楷体_GB2312" pitchFamily="49" charset="-122"/>
              <a:ea typeface="楷体_GB2312" pitchFamily="49" charset="-122"/>
            </a:endParaRPr>
          </a:p>
          <a:p>
            <a:r>
              <a:rPr lang="zh-CN" altLang="en-US" sz="2800" b="1" dirty="0">
                <a:solidFill>
                  <a:schemeClr val="bg1"/>
                </a:solidFill>
                <a:latin typeface="楷体_GB2312" pitchFamily="49" charset="-122"/>
                <a:ea typeface="楷体_GB2312" pitchFamily="49" charset="-122"/>
              </a:rPr>
              <a:t>要求：</a:t>
            </a:r>
            <a:r>
              <a:rPr lang="en-US" altLang="zh-CN" sz="2800" b="1" dirty="0">
                <a:solidFill>
                  <a:schemeClr val="bg1"/>
                </a:solidFill>
                <a:latin typeface="楷体_GB2312" pitchFamily="49" charset="-122"/>
                <a:ea typeface="楷体_GB2312" pitchFamily="49" charset="-122"/>
              </a:rPr>
              <a:t>1</a:t>
            </a:r>
            <a:r>
              <a:rPr lang="zh-CN" altLang="en-US" sz="2800" b="1" dirty="0">
                <a:solidFill>
                  <a:schemeClr val="bg1"/>
                </a:solidFill>
                <a:latin typeface="楷体_GB2312" pitchFamily="49" charset="-122"/>
                <a:ea typeface="楷体_GB2312" pitchFamily="49" charset="-122"/>
              </a:rPr>
              <a:t>、字数</a:t>
            </a:r>
            <a:r>
              <a:rPr lang="en-US" altLang="zh-CN" sz="2800" b="1" dirty="0">
                <a:solidFill>
                  <a:schemeClr val="bg1"/>
                </a:solidFill>
                <a:latin typeface="楷体_GB2312" pitchFamily="49" charset="-122"/>
                <a:ea typeface="楷体_GB2312" pitchFamily="49" charset="-122"/>
              </a:rPr>
              <a:t>1500</a:t>
            </a:r>
            <a:r>
              <a:rPr lang="zh-CN" altLang="en-US" sz="2800" b="1" dirty="0">
                <a:solidFill>
                  <a:schemeClr val="bg1"/>
                </a:solidFill>
                <a:latin typeface="楷体_GB2312" pitchFamily="49" charset="-122"/>
                <a:ea typeface="楷体_GB2312" pitchFamily="49" charset="-122"/>
              </a:rPr>
              <a:t>字以上；</a:t>
            </a:r>
            <a:r>
              <a:rPr lang="en-US" altLang="zh-CN" sz="2800" b="1" dirty="0">
                <a:solidFill>
                  <a:schemeClr val="bg1"/>
                </a:solidFill>
                <a:latin typeface="楷体_GB2312" pitchFamily="49" charset="-122"/>
                <a:ea typeface="楷体_GB2312" pitchFamily="49" charset="-122"/>
              </a:rPr>
              <a:t>2</a:t>
            </a:r>
            <a:r>
              <a:rPr lang="zh-CN" altLang="en-US" sz="2800" b="1" dirty="0">
                <a:solidFill>
                  <a:schemeClr val="bg1"/>
                </a:solidFill>
                <a:latin typeface="楷体_GB2312" pitchFamily="49" charset="-122"/>
                <a:ea typeface="楷体_GB2312" pitchFamily="49" charset="-122"/>
              </a:rPr>
              <a:t>、形式：电子版</a:t>
            </a:r>
            <a:r>
              <a:rPr lang="en-US" altLang="zh-CN" sz="2800" b="1" dirty="0">
                <a:solidFill>
                  <a:schemeClr val="bg1"/>
                </a:solidFill>
                <a:latin typeface="楷体_GB2312" pitchFamily="49" charset="-122"/>
                <a:ea typeface="楷体_GB2312" pitchFamily="49" charset="-122"/>
              </a:rPr>
              <a:t>+A4</a:t>
            </a:r>
            <a:r>
              <a:rPr lang="zh-CN" altLang="en-US" sz="2800" b="1" dirty="0">
                <a:solidFill>
                  <a:schemeClr val="bg1"/>
                </a:solidFill>
                <a:latin typeface="楷体_GB2312" pitchFamily="49" charset="-122"/>
                <a:ea typeface="楷体_GB2312" pitchFamily="49" charset="-122"/>
              </a:rPr>
              <a:t>纸；</a:t>
            </a:r>
            <a:r>
              <a:rPr lang="en-US" altLang="zh-CN" sz="2800" b="1" dirty="0">
                <a:solidFill>
                  <a:schemeClr val="bg1"/>
                </a:solidFill>
                <a:latin typeface="楷体_GB2312" pitchFamily="49" charset="-122"/>
                <a:ea typeface="楷体_GB2312" pitchFamily="49" charset="-122"/>
              </a:rPr>
              <a:t>3</a:t>
            </a:r>
            <a:r>
              <a:rPr lang="zh-CN" altLang="en-US" sz="2800" b="1" dirty="0">
                <a:solidFill>
                  <a:schemeClr val="bg1"/>
                </a:solidFill>
                <a:latin typeface="楷体_GB2312" pitchFamily="49" charset="-122"/>
                <a:ea typeface="楷体_GB2312" pitchFamily="49" charset="-122"/>
              </a:rPr>
              <a:t>、时间</a:t>
            </a:r>
            <a:r>
              <a:rPr lang="en-US" altLang="zh-CN" sz="2800" b="1" dirty="0">
                <a:solidFill>
                  <a:schemeClr val="bg1"/>
                </a:solidFill>
                <a:latin typeface="楷体_GB2312" pitchFamily="49" charset="-122"/>
                <a:ea typeface="楷体_GB2312" pitchFamily="49" charset="-122"/>
              </a:rPr>
              <a:t>:12</a:t>
            </a:r>
            <a:r>
              <a:rPr lang="zh-CN" altLang="en-US" sz="2800" b="1" dirty="0">
                <a:solidFill>
                  <a:schemeClr val="bg1"/>
                </a:solidFill>
                <a:latin typeface="楷体_GB2312" pitchFamily="49" charset="-122"/>
                <a:ea typeface="楷体_GB2312" pitchFamily="49" charset="-122"/>
              </a:rPr>
              <a:t>月</a:t>
            </a:r>
            <a:r>
              <a:rPr lang="en-US" altLang="zh-CN" sz="2800" b="1" dirty="0">
                <a:solidFill>
                  <a:schemeClr val="bg1"/>
                </a:solidFill>
                <a:latin typeface="楷体_GB2312" pitchFamily="49" charset="-122"/>
                <a:ea typeface="楷体_GB2312" pitchFamily="49" charset="-122"/>
              </a:rPr>
              <a:t>27</a:t>
            </a:r>
            <a:r>
              <a:rPr lang="zh-CN" altLang="en-US" sz="2800" b="1" dirty="0">
                <a:solidFill>
                  <a:schemeClr val="bg1"/>
                </a:solidFill>
                <a:latin typeface="楷体_GB2312" pitchFamily="49" charset="-122"/>
                <a:ea typeface="楷体_GB2312" pitchFamily="49" charset="-122"/>
              </a:rPr>
              <a:t>日</a:t>
            </a:r>
            <a:r>
              <a:rPr lang="en-US" altLang="zh-CN" sz="2800" b="1" dirty="0">
                <a:solidFill>
                  <a:schemeClr val="bg1"/>
                </a:solidFill>
                <a:latin typeface="楷体_GB2312" pitchFamily="49" charset="-122"/>
                <a:ea typeface="楷体_GB2312" pitchFamily="49" charset="-122"/>
              </a:rPr>
              <a:t>20:00</a:t>
            </a:r>
            <a:r>
              <a:rPr lang="zh-CN" altLang="en-US" sz="2800" b="1" dirty="0">
                <a:solidFill>
                  <a:schemeClr val="bg1"/>
                </a:solidFill>
                <a:latin typeface="楷体_GB2312" pitchFamily="49" charset="-122"/>
                <a:ea typeface="楷体_GB2312" pitchFamily="49" charset="-122"/>
              </a:rPr>
              <a:t>前发送至邮箱</a:t>
            </a:r>
            <a:r>
              <a:rPr lang="en-US" altLang="zh-CN" sz="2800" b="1" dirty="0">
                <a:solidFill>
                  <a:schemeClr val="bg1"/>
                </a:solidFill>
                <a:latin typeface="楷体_GB2312" pitchFamily="49" charset="-122"/>
                <a:ea typeface="楷体_GB2312" pitchFamily="49" charset="-122"/>
              </a:rPr>
              <a:t>2598372108@qq.com(</a:t>
            </a:r>
            <a:r>
              <a:rPr lang="zh-CN" altLang="en-US" sz="2800" b="1" dirty="0">
                <a:solidFill>
                  <a:schemeClr val="bg1"/>
                </a:solidFill>
                <a:latin typeface="楷体_GB2312" pitchFamily="49" charset="-122"/>
                <a:ea typeface="楷体_GB2312" pitchFamily="49" charset="-122"/>
              </a:rPr>
              <a:t>姓名</a:t>
            </a:r>
            <a:r>
              <a:rPr lang="en-US" altLang="zh-CN" sz="2800" b="1" dirty="0">
                <a:solidFill>
                  <a:schemeClr val="bg1"/>
                </a:solidFill>
                <a:latin typeface="楷体_GB2312" pitchFamily="49" charset="-122"/>
                <a:ea typeface="楷体_GB2312" pitchFamily="49" charset="-122"/>
              </a:rPr>
              <a:t>+</a:t>
            </a:r>
            <a:r>
              <a:rPr lang="zh-CN" altLang="en-US" sz="2800" b="1" dirty="0">
                <a:solidFill>
                  <a:schemeClr val="bg1"/>
                </a:solidFill>
                <a:latin typeface="楷体_GB2312" pitchFamily="49" charset="-122"/>
                <a:ea typeface="楷体_GB2312" pitchFamily="49" charset="-122"/>
              </a:rPr>
              <a:t>课程</a:t>
            </a:r>
            <a:r>
              <a:rPr lang="en-US" altLang="zh-CN" sz="2800" b="1" dirty="0">
                <a:solidFill>
                  <a:schemeClr val="bg1"/>
                </a:solidFill>
                <a:latin typeface="楷体_GB2312" pitchFamily="49" charset="-122"/>
                <a:ea typeface="楷体_GB2312" pitchFamily="49" charset="-122"/>
              </a:rPr>
              <a:t>)</a:t>
            </a:r>
            <a:r>
              <a:rPr lang="zh-CN" altLang="en-US" sz="2800" b="1" dirty="0">
                <a:solidFill>
                  <a:schemeClr val="bg1"/>
                </a:solidFill>
                <a:latin typeface="楷体_GB2312" pitchFamily="49" charset="-122"/>
                <a:ea typeface="楷体_GB2312" pitchFamily="49" charset="-122"/>
              </a:rPr>
              <a:t>。</a:t>
            </a:r>
            <a:endParaRPr lang="zh-CN" altLang="zh-CN" sz="2800" b="1" dirty="0">
              <a:solidFill>
                <a:schemeClr val="bg1"/>
              </a:solidFill>
              <a:latin typeface="楷体_GB2312" pitchFamily="49" charset="-122"/>
              <a:ea typeface="楷体_GB2312" pitchFamily="49" charset="-122"/>
            </a:endParaRP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RESOURCE_RECORD_KEY" val="{&quot;13&quot;:[4364942]}"/>
</p:tagLst>
</file>

<file path=ppt/theme/theme1.xml><?xml version="1.0" encoding="utf-8"?>
<a:theme xmlns:a="http://schemas.openxmlformats.org/drawingml/2006/main" name="Office 主题">
  <a:themeElements>
    <a:clrScheme name="">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3C1DA"/>
      </a:accent5>
      <a:accent6>
        <a:srgbClr val="AC4744"/>
      </a:accent6>
      <a:hlink>
        <a:srgbClr val="0000FF"/>
      </a:hlink>
      <a:folHlink>
        <a:srgbClr val="800080"/>
      </a:folHlink>
    </a:clrScheme>
    <a:fontScheme name="">
      <a:majorFont>
        <a:latin typeface="Calibri"/>
        <a:ea typeface="宋体"/>
        <a:cs typeface=""/>
      </a:majorFont>
      <a:minorFont>
        <a:latin typeface="Calibri"/>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Office 主题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主题">
  <a:themeElements>
    <a:clrScheme name="">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3C1DA"/>
      </a:accent5>
      <a:accent6>
        <a:srgbClr val="AC4744"/>
      </a:accent6>
      <a:hlink>
        <a:srgbClr val="0000FF"/>
      </a:hlink>
      <a:folHlink>
        <a:srgbClr val="800080"/>
      </a:folHlink>
    </a:clrScheme>
    <a:fontScheme name="">
      <a:majorFont>
        <a:latin typeface="Calibri"/>
        <a:ea typeface="宋体"/>
        <a:cs typeface=""/>
      </a:majorFont>
      <a:minorFont>
        <a:latin typeface="Calibri"/>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Office 主题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TotalTime>
  <Words>2493</Words>
  <Application>Microsoft Office PowerPoint</Application>
  <PresentationFormat>全屏显示(4:3)</PresentationFormat>
  <Paragraphs>177</Paragraphs>
  <Slides>32</Slides>
  <Notes>9</Notes>
  <HiddenSlides>0</HiddenSlides>
  <MMClips>2</MMClips>
  <ScaleCrop>false</ScaleCrop>
  <HeadingPairs>
    <vt:vector size="6" baseType="variant">
      <vt:variant>
        <vt:lpstr>已用的字体</vt:lpstr>
      </vt:variant>
      <vt:variant>
        <vt:i4>14</vt:i4>
      </vt:variant>
      <vt:variant>
        <vt:lpstr>主题</vt:lpstr>
      </vt:variant>
      <vt:variant>
        <vt:i4>2</vt:i4>
      </vt:variant>
      <vt:variant>
        <vt:lpstr>幻灯片标题</vt:lpstr>
      </vt:variant>
      <vt:variant>
        <vt:i4>32</vt:i4>
      </vt:variant>
    </vt:vector>
  </HeadingPairs>
  <TitlesOfParts>
    <vt:vector size="48" baseType="lpstr">
      <vt:lpstr>DIN LightAlternate</vt:lpstr>
      <vt:lpstr>方正清刻本悦宋简体</vt:lpstr>
      <vt:lpstr>方正宋刻本秀楷简体</vt:lpstr>
      <vt:lpstr>仿宋_GB2312</vt:lpstr>
      <vt:lpstr>华文琥珀</vt:lpstr>
      <vt:lpstr>华文细黑</vt:lpstr>
      <vt:lpstr>华文中宋</vt:lpstr>
      <vt:lpstr>楷体</vt:lpstr>
      <vt:lpstr>楷体_GB2312</vt:lpstr>
      <vt:lpstr>宋体</vt:lpstr>
      <vt:lpstr>微软雅黑</vt:lpstr>
      <vt:lpstr>微软雅黑 Light</vt:lpstr>
      <vt:lpstr>Arial</vt:lpstr>
      <vt:lpstr>Calibri</vt:lpstr>
      <vt:lpstr>Office 主题</vt:lpstr>
      <vt:lpstr>1_Office 主题</vt:lpstr>
      <vt:lpstr>第七讲 大上海回到人民手中</vt:lpstr>
      <vt:lpstr>PowerPoint 演示文稿</vt:lpstr>
      <vt:lpstr>一、抗战胜利前夕中共夺取大上海的尝试</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二、迎接大上海解放党在上海的不懈努力</vt:lpstr>
      <vt:lpstr>肖林与中共在上海的“地下金库”华益公司</vt:lpstr>
      <vt:lpstr>烈士英勇就义前一组视死如归的感人照片</vt:lpstr>
      <vt:lpstr>激战外白渡桥</vt:lpstr>
      <vt:lpstr>上海人民欢迎解放军</vt:lpstr>
      <vt:lpstr>人民解放军巡逻大上海</vt:lpstr>
      <vt:lpstr>送给上海人民的“见面礼”</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（三）结语：上海是中国共产党红色圣地</vt:lpstr>
      <vt:lpstr>小论文题目</vt:lpstr>
    </vt:vector>
  </TitlesOfParts>
  <Company>HP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于宪明</dc:creator>
  <cp:lastModifiedBy>user</cp:lastModifiedBy>
  <cp:revision>498</cp:revision>
  <dcterms:created xsi:type="dcterms:W3CDTF">2010-03-12T07:52:00Z</dcterms:created>
  <dcterms:modified xsi:type="dcterms:W3CDTF">2025-12-25T04:57:16Z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2052-12.1.0.24034</vt:lpwstr>
  </property>
  <property fmtid="{D5CDD505-2E9C-101B-9397-08002B2CF9AE}" pid="3" name="ICV">
    <vt:lpwstr>BDDF20CD1D474DCCB41A4D932FE42B01_12</vt:lpwstr>
  </property>
  <property fmtid="{D5CDD505-2E9C-101B-9397-08002B2CF9AE}" pid="4" name="commondata">
    <vt:lpwstr>eyJoZGlkIjoiNDk1M2IyNTA3MjQyNjkyMjAzY2Y2MDJlNTk1OGI3YzEifQ==</vt:lpwstr>
  </property>
</Properties>
</file>